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66" r:id="rId2"/>
    <p:sldId id="257" r:id="rId3"/>
    <p:sldId id="267" r:id="rId4"/>
    <p:sldId id="268" r:id="rId5"/>
    <p:sldId id="270" r:id="rId6"/>
    <p:sldId id="271" r:id="rId7"/>
    <p:sldId id="273" r:id="rId8"/>
    <p:sldId id="27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C36F42-3BE4-40D9-A63B-05963382C0E3}" v="137" dt="2026-10-27T07:06:51.5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85"/>
    <p:restoredTop sz="95950"/>
  </p:normalViewPr>
  <p:slideViewPr>
    <p:cSldViewPr snapToGrid="0">
      <p:cViewPr varScale="1">
        <p:scale>
          <a:sx n="106" d="100"/>
          <a:sy n="106" d="100"/>
        </p:scale>
        <p:origin x="2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sal Chohan" userId="87ef0c83aea87edc" providerId="LiveId" clId="{A801A303-ABEF-4B6D-ADBB-36CF168D5121}"/>
    <pc:docChg chg="undo custSel addSld delSld modSld sldOrd modMainMaster">
      <pc:chgData name="Faisal Chohan" userId="87ef0c83aea87edc" providerId="LiveId" clId="{A801A303-ABEF-4B6D-ADBB-36CF168D5121}" dt="2026-10-27T07:10:51.945" v="1267" actId="20577"/>
      <pc:docMkLst>
        <pc:docMk/>
      </pc:docMkLst>
      <pc:sldChg chg="addSp delSp modSp mod ord setBg">
        <pc:chgData name="Faisal Chohan" userId="87ef0c83aea87edc" providerId="LiveId" clId="{A801A303-ABEF-4B6D-ADBB-36CF168D5121}" dt="2026-10-27T07:07:16.864" v="1239" actId="404"/>
        <pc:sldMkLst>
          <pc:docMk/>
          <pc:sldMk cId="2354463976" sldId="257"/>
        </pc:sldMkLst>
        <pc:spChg chg="mod">
          <ac:chgData name="Faisal Chohan" userId="87ef0c83aea87edc" providerId="LiveId" clId="{A801A303-ABEF-4B6D-ADBB-36CF168D5121}" dt="2026-10-27T07:07:16.864" v="1239" actId="404"/>
          <ac:spMkLst>
            <pc:docMk/>
            <pc:sldMk cId="2354463976" sldId="257"/>
            <ac:spMk id="2" creationId="{1A65E61C-3C71-2820-1604-3908A5C81EF3}"/>
          </ac:spMkLst>
        </pc:spChg>
        <pc:spChg chg="add del mod">
          <ac:chgData name="Faisal Chohan" userId="87ef0c83aea87edc" providerId="LiveId" clId="{A801A303-ABEF-4B6D-ADBB-36CF168D5121}" dt="2026-10-27T07:07:03.208" v="1235"/>
          <ac:spMkLst>
            <pc:docMk/>
            <pc:sldMk cId="2354463976" sldId="257"/>
            <ac:spMk id="8" creationId="{EC1E283A-537D-7C04-17E1-EA4F14C2FBB2}"/>
          </ac:spMkLst>
        </pc:spChg>
        <pc:spChg chg="add del mod">
          <ac:chgData name="Faisal Chohan" userId="87ef0c83aea87edc" providerId="LiveId" clId="{A801A303-ABEF-4B6D-ADBB-36CF168D5121}" dt="2026-10-26T06:51:24.070" v="336" actId="478"/>
          <ac:spMkLst>
            <pc:docMk/>
            <pc:sldMk cId="2354463976" sldId="257"/>
            <ac:spMk id="10" creationId="{F703A99F-3BF1-4BD9-8700-4916AE365761}"/>
          </ac:spMkLst>
        </pc:spChg>
        <pc:graphicFrameChg chg="add mod modGraphic">
          <ac:chgData name="Faisal Chohan" userId="87ef0c83aea87edc" providerId="LiveId" clId="{A801A303-ABEF-4B6D-ADBB-36CF168D5121}" dt="2026-10-26T06:53:52.840" v="362" actId="120"/>
          <ac:graphicFrameMkLst>
            <pc:docMk/>
            <pc:sldMk cId="2354463976" sldId="257"/>
            <ac:graphicFrameMk id="4" creationId="{191E3D27-3A9E-9798-E241-3D3CA70EE012}"/>
          </ac:graphicFrameMkLst>
        </pc:graphicFrameChg>
        <pc:graphicFrameChg chg="add mod modGraphic">
          <ac:chgData name="Faisal Chohan" userId="87ef0c83aea87edc" providerId="LiveId" clId="{A801A303-ABEF-4B6D-ADBB-36CF168D5121}" dt="2026-10-26T06:53:55.381" v="363" actId="120"/>
          <ac:graphicFrameMkLst>
            <pc:docMk/>
            <pc:sldMk cId="2354463976" sldId="257"/>
            <ac:graphicFrameMk id="6" creationId="{75894C3A-5AFF-EF3B-2A40-7653CED7C64D}"/>
          </ac:graphicFrameMkLst>
        </pc:graphicFrameChg>
        <pc:graphicFrameChg chg="mod modGraphic">
          <ac:chgData name="Faisal Chohan" userId="87ef0c83aea87edc" providerId="LiveId" clId="{A801A303-ABEF-4B6D-ADBB-36CF168D5121}" dt="2026-10-26T06:53:45.250" v="359" actId="120"/>
          <ac:graphicFrameMkLst>
            <pc:docMk/>
            <pc:sldMk cId="2354463976" sldId="257"/>
            <ac:graphicFrameMk id="52" creationId="{83B18AA6-5CE8-CBC2-4688-6D7B03F5AEDE}"/>
          </ac:graphicFrameMkLst>
        </pc:graphicFrameChg>
        <pc:graphicFrameChg chg="del mod modGraphic">
          <ac:chgData name="Faisal Chohan" userId="87ef0c83aea87edc" providerId="LiveId" clId="{A801A303-ABEF-4B6D-ADBB-36CF168D5121}" dt="2026-10-26T06:44:10.635" v="204" actId="478"/>
          <ac:graphicFrameMkLst>
            <pc:docMk/>
            <pc:sldMk cId="2354463976" sldId="257"/>
            <ac:graphicFrameMk id="53" creationId="{8DEBA8E9-A4A2-C434-0E2C-B609649112B6}"/>
          </ac:graphicFrameMkLst>
        </pc:graphicFrameChg>
        <pc:graphicFrameChg chg="mod modGraphic">
          <ac:chgData name="Faisal Chohan" userId="87ef0c83aea87edc" providerId="LiveId" clId="{A801A303-ABEF-4B6D-ADBB-36CF168D5121}" dt="2026-10-26T06:53:49.827" v="361" actId="120"/>
          <ac:graphicFrameMkLst>
            <pc:docMk/>
            <pc:sldMk cId="2354463976" sldId="257"/>
            <ac:graphicFrameMk id="54" creationId="{AE98EEFF-C49A-3E41-4F1D-EA355772EC9F}"/>
          </ac:graphicFrameMkLst>
        </pc:graphicFrameChg>
      </pc:sldChg>
      <pc:sldChg chg="modSp del mod">
        <pc:chgData name="Faisal Chohan" userId="87ef0c83aea87edc" providerId="LiveId" clId="{A801A303-ABEF-4B6D-ADBB-36CF168D5121}" dt="2026-10-27T07:02:46.041" v="1186" actId="47"/>
        <pc:sldMkLst>
          <pc:docMk/>
          <pc:sldMk cId="1789429148" sldId="258"/>
        </pc:sldMkLst>
        <pc:spChg chg="mod">
          <ac:chgData name="Faisal Chohan" userId="87ef0c83aea87edc" providerId="LiveId" clId="{A801A303-ABEF-4B6D-ADBB-36CF168D5121}" dt="2026-10-26T06:36:33.879" v="153" actId="1076"/>
          <ac:spMkLst>
            <pc:docMk/>
            <pc:sldMk cId="1789429148" sldId="258"/>
            <ac:spMk id="2" creationId="{F102C009-E16E-5ABF-7058-B6C2151029EE}"/>
          </ac:spMkLst>
        </pc:spChg>
      </pc:sldChg>
      <pc:sldChg chg="modSp del mod setBg">
        <pc:chgData name="Faisal Chohan" userId="87ef0c83aea87edc" providerId="LiveId" clId="{A801A303-ABEF-4B6D-ADBB-36CF168D5121}" dt="2026-10-27T07:02:41.446" v="1185" actId="47"/>
        <pc:sldMkLst>
          <pc:docMk/>
          <pc:sldMk cId="3705665559" sldId="259"/>
        </pc:sldMkLst>
        <pc:spChg chg="mod">
          <ac:chgData name="Faisal Chohan" userId="87ef0c83aea87edc" providerId="LiveId" clId="{A801A303-ABEF-4B6D-ADBB-36CF168D5121}" dt="2026-10-26T06:43:35.172" v="197" actId="21"/>
          <ac:spMkLst>
            <pc:docMk/>
            <pc:sldMk cId="3705665559" sldId="259"/>
            <ac:spMk id="23" creationId="{3CAE42A6-E7B5-4C76-A934-83D3A812244D}"/>
          </ac:spMkLst>
        </pc:spChg>
      </pc:sldChg>
      <pc:sldChg chg="modSp del mod">
        <pc:chgData name="Faisal Chohan" userId="87ef0c83aea87edc" providerId="LiveId" clId="{A801A303-ABEF-4B6D-ADBB-36CF168D5121}" dt="2026-10-27T07:03:11.702" v="1188" actId="47"/>
        <pc:sldMkLst>
          <pc:docMk/>
          <pc:sldMk cId="1603717542" sldId="260"/>
        </pc:sldMkLst>
        <pc:spChg chg="mod">
          <ac:chgData name="Faisal Chohan" userId="87ef0c83aea87edc" providerId="LiveId" clId="{A801A303-ABEF-4B6D-ADBB-36CF168D5121}" dt="2026-10-26T06:36:53.414" v="157" actId="1076"/>
          <ac:spMkLst>
            <pc:docMk/>
            <pc:sldMk cId="1603717542" sldId="260"/>
            <ac:spMk id="2" creationId="{F8AC5BE4-5B8D-7B4E-C2B4-CAEEB4178294}"/>
          </ac:spMkLst>
        </pc:spChg>
      </pc:sldChg>
      <pc:sldChg chg="addSp delSp modSp del mod">
        <pc:chgData name="Faisal Chohan" userId="87ef0c83aea87edc" providerId="LiveId" clId="{A801A303-ABEF-4B6D-ADBB-36CF168D5121}" dt="2026-10-27T07:03:14.593" v="1190" actId="47"/>
        <pc:sldMkLst>
          <pc:docMk/>
          <pc:sldMk cId="2842401308" sldId="261"/>
        </pc:sldMkLst>
        <pc:spChg chg="mod">
          <ac:chgData name="Faisal Chohan" userId="87ef0c83aea87edc" providerId="LiveId" clId="{A801A303-ABEF-4B6D-ADBB-36CF168D5121}" dt="2026-10-26T06:37:19.140" v="164"/>
          <ac:spMkLst>
            <pc:docMk/>
            <pc:sldMk cId="2842401308" sldId="261"/>
            <ac:spMk id="2" creationId="{3B9EB373-3340-7616-E4A0-9FA88A973AE4}"/>
          </ac:spMkLst>
        </pc:spChg>
        <pc:graphicFrameChg chg="add del">
          <ac:chgData name="Faisal Chohan" userId="87ef0c83aea87edc" providerId="LiveId" clId="{A801A303-ABEF-4B6D-ADBB-36CF168D5121}" dt="2026-10-27T07:02:39.752" v="1184" actId="478"/>
          <ac:graphicFrameMkLst>
            <pc:docMk/>
            <pc:sldMk cId="2842401308" sldId="261"/>
            <ac:graphicFrameMk id="11" creationId="{11B2134F-CBD1-8719-4FCE-7DE0BF688069}"/>
          </ac:graphicFrameMkLst>
        </pc:graphicFrameChg>
      </pc:sldChg>
      <pc:sldChg chg="modSp del mod">
        <pc:chgData name="Faisal Chohan" userId="87ef0c83aea87edc" providerId="LiveId" clId="{A801A303-ABEF-4B6D-ADBB-36CF168D5121}" dt="2026-10-27T07:03:13.199" v="1189" actId="47"/>
        <pc:sldMkLst>
          <pc:docMk/>
          <pc:sldMk cId="1878313728" sldId="263"/>
        </pc:sldMkLst>
        <pc:spChg chg="mod">
          <ac:chgData name="Faisal Chohan" userId="87ef0c83aea87edc" providerId="LiveId" clId="{A801A303-ABEF-4B6D-ADBB-36CF168D5121}" dt="2026-10-26T06:37:08.499" v="163" actId="1076"/>
          <ac:spMkLst>
            <pc:docMk/>
            <pc:sldMk cId="1878313728" sldId="263"/>
            <ac:spMk id="2" creationId="{EE8A11BB-16BC-AA5A-F1C0-E7FBBE8D01DB}"/>
          </ac:spMkLst>
        </pc:spChg>
      </pc:sldChg>
      <pc:sldChg chg="modSp new del mod">
        <pc:chgData name="Faisal Chohan" userId="87ef0c83aea87edc" providerId="LiveId" clId="{A801A303-ABEF-4B6D-ADBB-36CF168D5121}" dt="2026-10-27T07:03:15.955" v="1191" actId="47"/>
        <pc:sldMkLst>
          <pc:docMk/>
          <pc:sldMk cId="135740052" sldId="264"/>
        </pc:sldMkLst>
        <pc:spChg chg="mod">
          <ac:chgData name="Faisal Chohan" userId="87ef0c83aea87edc" providerId="LiveId" clId="{A801A303-ABEF-4B6D-ADBB-36CF168D5121}" dt="2026-10-26T06:37:37.214" v="169" actId="1076"/>
          <ac:spMkLst>
            <pc:docMk/>
            <pc:sldMk cId="135740052" sldId="264"/>
            <ac:spMk id="2" creationId="{CE378AAE-519A-1821-706C-28DB7E185527}"/>
          </ac:spMkLst>
        </pc:spChg>
      </pc:sldChg>
      <pc:sldChg chg="addSp delSp modSp new del mod ord">
        <pc:chgData name="Faisal Chohan" userId="87ef0c83aea87edc" providerId="LiveId" clId="{A801A303-ABEF-4B6D-ADBB-36CF168D5121}" dt="2026-10-27T07:03:43.184" v="1196" actId="2696"/>
        <pc:sldMkLst>
          <pc:docMk/>
          <pc:sldMk cId="2907740766" sldId="265"/>
        </pc:sldMkLst>
        <pc:spChg chg="mod">
          <ac:chgData name="Faisal Chohan" userId="87ef0c83aea87edc" providerId="LiveId" clId="{A801A303-ABEF-4B6D-ADBB-36CF168D5121}" dt="2026-10-26T06:33:28.964" v="99"/>
          <ac:spMkLst>
            <pc:docMk/>
            <pc:sldMk cId="2907740766" sldId="265"/>
            <ac:spMk id="2" creationId="{DB6F3BD2-96FC-E427-4F84-03F5D5A0B33B}"/>
          </ac:spMkLst>
        </pc:spChg>
        <pc:spChg chg="add del mod">
          <ac:chgData name="Faisal Chohan" userId="87ef0c83aea87edc" providerId="LiveId" clId="{A801A303-ABEF-4B6D-ADBB-36CF168D5121}" dt="2026-10-26T06:35:16.121" v="138" actId="22"/>
          <ac:spMkLst>
            <pc:docMk/>
            <pc:sldMk cId="2907740766" sldId="265"/>
            <ac:spMk id="5" creationId="{1A6A74C1-A9F8-7098-4F43-CFB6106E743D}"/>
          </ac:spMkLst>
        </pc:spChg>
      </pc:sldChg>
      <pc:sldChg chg="addSp delSp modSp new mod ord setBg">
        <pc:chgData name="Faisal Chohan" userId="87ef0c83aea87edc" providerId="LiveId" clId="{A801A303-ABEF-4B6D-ADBB-36CF168D5121}" dt="2026-10-27T07:10:51.945" v="1267" actId="20577"/>
        <pc:sldMkLst>
          <pc:docMk/>
          <pc:sldMk cId="4093439485" sldId="266"/>
        </pc:sldMkLst>
        <pc:spChg chg="add mod">
          <ac:chgData name="Faisal Chohan" userId="87ef0c83aea87edc" providerId="LiveId" clId="{A801A303-ABEF-4B6D-ADBB-36CF168D5121}" dt="2026-10-27T07:10:46.676" v="1266" actId="1076"/>
          <ac:spMkLst>
            <pc:docMk/>
            <pc:sldMk cId="4093439485" sldId="266"/>
            <ac:spMk id="3" creationId="{F91530A6-B40D-B8A1-8F41-097F0BB6B457}"/>
          </ac:spMkLst>
        </pc:spChg>
        <pc:spChg chg="add del mod">
          <ac:chgData name="Faisal Chohan" userId="87ef0c83aea87edc" providerId="LiveId" clId="{A801A303-ABEF-4B6D-ADBB-36CF168D5121}" dt="2026-10-26T06:39:15.583" v="185"/>
          <ac:spMkLst>
            <pc:docMk/>
            <pc:sldMk cId="4093439485" sldId="266"/>
            <ac:spMk id="5" creationId="{C4B4CBE6-930D-4520-0E8A-83BD909AFC67}"/>
          </ac:spMkLst>
        </pc:spChg>
        <pc:spChg chg="add mod">
          <ac:chgData name="Faisal Chohan" userId="87ef0c83aea87edc" providerId="LiveId" clId="{A801A303-ABEF-4B6D-ADBB-36CF168D5121}" dt="2026-10-27T07:10:51.945" v="1267" actId="20577"/>
          <ac:spMkLst>
            <pc:docMk/>
            <pc:sldMk cId="4093439485" sldId="266"/>
            <ac:spMk id="7" creationId="{70463667-D243-2012-D5F5-99E39E3BE770}"/>
          </ac:spMkLst>
        </pc:spChg>
      </pc:sldChg>
      <pc:sldChg chg="addSp modSp add mod">
        <pc:chgData name="Faisal Chohan" userId="87ef0c83aea87edc" providerId="LiveId" clId="{A801A303-ABEF-4B6D-ADBB-36CF168D5121}" dt="2026-10-27T07:10:13.860" v="1264" actId="113"/>
        <pc:sldMkLst>
          <pc:docMk/>
          <pc:sldMk cId="4089037362" sldId="267"/>
        </pc:sldMkLst>
        <pc:spChg chg="mod">
          <ac:chgData name="Faisal Chohan" userId="87ef0c83aea87edc" providerId="LiveId" clId="{A801A303-ABEF-4B6D-ADBB-36CF168D5121}" dt="2026-10-27T07:10:13.860" v="1264" actId="113"/>
          <ac:spMkLst>
            <pc:docMk/>
            <pc:sldMk cId="4089037362" sldId="267"/>
            <ac:spMk id="2" creationId="{7C09FDF4-582D-D766-A373-F717634F3BF1}"/>
          </ac:spMkLst>
        </pc:spChg>
        <pc:spChg chg="add mod">
          <ac:chgData name="Faisal Chohan" userId="87ef0c83aea87edc" providerId="LiveId" clId="{A801A303-ABEF-4B6D-ADBB-36CF168D5121}" dt="2026-10-26T06:59:53.830" v="417" actId="1076"/>
          <ac:spMkLst>
            <pc:docMk/>
            <pc:sldMk cId="4089037362" sldId="267"/>
            <ac:spMk id="5" creationId="{4A9B7FC5-A8F0-DCB6-97AD-E14A29660605}"/>
          </ac:spMkLst>
        </pc:spChg>
        <pc:spChg chg="mod">
          <ac:chgData name="Faisal Chohan" userId="87ef0c83aea87edc" providerId="LiveId" clId="{A801A303-ABEF-4B6D-ADBB-36CF168D5121}" dt="2026-10-27T07:07:31.115" v="1241" actId="404"/>
          <ac:spMkLst>
            <pc:docMk/>
            <pc:sldMk cId="4089037362" sldId="267"/>
            <ac:spMk id="8" creationId="{BD240CAC-AF56-2050-25F2-E427F9F91934}"/>
          </ac:spMkLst>
        </pc:spChg>
        <pc:spChg chg="add mod">
          <ac:chgData name="Faisal Chohan" userId="87ef0c83aea87edc" providerId="LiveId" clId="{A801A303-ABEF-4B6D-ADBB-36CF168D5121}" dt="2026-10-26T06:59:56.409" v="418" actId="1076"/>
          <ac:spMkLst>
            <pc:docMk/>
            <pc:sldMk cId="4089037362" sldId="267"/>
            <ac:spMk id="9" creationId="{BC075DC5-A4D0-BAF4-3694-E6FB029E7FD4}"/>
          </ac:spMkLst>
        </pc:spChg>
        <pc:graphicFrameChg chg="mod modGraphic">
          <ac:chgData name="Faisal Chohan" userId="87ef0c83aea87edc" providerId="LiveId" clId="{A801A303-ABEF-4B6D-ADBB-36CF168D5121}" dt="2026-10-26T06:57:01.441" v="386" actId="1076"/>
          <ac:graphicFrameMkLst>
            <pc:docMk/>
            <pc:sldMk cId="4089037362" sldId="267"/>
            <ac:graphicFrameMk id="4" creationId="{C8027E71-E810-1876-EDFC-DCF609D32CD2}"/>
          </ac:graphicFrameMkLst>
        </pc:graphicFrameChg>
        <pc:graphicFrameChg chg="mod modGraphic">
          <ac:chgData name="Faisal Chohan" userId="87ef0c83aea87edc" providerId="LiveId" clId="{A801A303-ABEF-4B6D-ADBB-36CF168D5121}" dt="2026-10-26T06:57:04.937" v="387" actId="1076"/>
          <ac:graphicFrameMkLst>
            <pc:docMk/>
            <pc:sldMk cId="4089037362" sldId="267"/>
            <ac:graphicFrameMk id="6" creationId="{DC3D7D37-4648-3724-8D52-DD8371EE2829}"/>
          </ac:graphicFrameMkLst>
        </pc:graphicFrameChg>
        <pc:graphicFrameChg chg="mod modGraphic">
          <ac:chgData name="Faisal Chohan" userId="87ef0c83aea87edc" providerId="LiveId" clId="{A801A303-ABEF-4B6D-ADBB-36CF168D5121}" dt="2026-10-26T06:54:07.730" v="364" actId="120"/>
          <ac:graphicFrameMkLst>
            <pc:docMk/>
            <pc:sldMk cId="4089037362" sldId="267"/>
            <ac:graphicFrameMk id="52" creationId="{20F9699A-7F0D-7574-1D28-9D59B32F2A6B}"/>
          </ac:graphicFrameMkLst>
        </pc:graphicFrameChg>
        <pc:graphicFrameChg chg="mod modGraphic">
          <ac:chgData name="Faisal Chohan" userId="87ef0c83aea87edc" providerId="LiveId" clId="{A801A303-ABEF-4B6D-ADBB-36CF168D5121}" dt="2026-10-26T06:55:22.298" v="376" actId="14100"/>
          <ac:graphicFrameMkLst>
            <pc:docMk/>
            <pc:sldMk cId="4089037362" sldId="267"/>
            <ac:graphicFrameMk id="54" creationId="{9EF9F189-CF74-99CC-AC63-E1D794F5D6FF}"/>
          </ac:graphicFrameMkLst>
        </pc:graphicFrameChg>
      </pc:sldChg>
      <pc:sldChg chg="addSp delSp modSp new mod">
        <pc:chgData name="Faisal Chohan" userId="87ef0c83aea87edc" providerId="LiveId" clId="{A801A303-ABEF-4B6D-ADBB-36CF168D5121}" dt="2026-10-27T07:07:50.789" v="1244" actId="1076"/>
        <pc:sldMkLst>
          <pc:docMk/>
          <pc:sldMk cId="4275331258" sldId="268"/>
        </pc:sldMkLst>
        <pc:spChg chg="mod">
          <ac:chgData name="Faisal Chohan" userId="87ef0c83aea87edc" providerId="LiveId" clId="{A801A303-ABEF-4B6D-ADBB-36CF168D5121}" dt="2026-10-27T07:07:50.789" v="1244" actId="1076"/>
          <ac:spMkLst>
            <pc:docMk/>
            <pc:sldMk cId="4275331258" sldId="268"/>
            <ac:spMk id="2" creationId="{21305041-D860-3A40-DF13-D36A9C58F61C}"/>
          </ac:spMkLst>
        </pc:spChg>
        <pc:spChg chg="mod">
          <ac:chgData name="Faisal Chohan" userId="87ef0c83aea87edc" providerId="LiveId" clId="{A801A303-ABEF-4B6D-ADBB-36CF168D5121}" dt="2026-10-27T06:07:55.283" v="975" actId="14100"/>
          <ac:spMkLst>
            <pc:docMk/>
            <pc:sldMk cId="4275331258" sldId="268"/>
            <ac:spMk id="3" creationId="{36343B89-379B-EAC2-59C7-F42094FA8870}"/>
          </ac:spMkLst>
        </pc:spChg>
        <pc:spChg chg="add mod">
          <ac:chgData name="Faisal Chohan" userId="87ef0c83aea87edc" providerId="LiveId" clId="{A801A303-ABEF-4B6D-ADBB-36CF168D5121}" dt="2026-10-27T05:44:21.734" v="759" actId="1076"/>
          <ac:spMkLst>
            <pc:docMk/>
            <pc:sldMk cId="4275331258" sldId="268"/>
            <ac:spMk id="4" creationId="{8698411B-3E83-6295-1952-AD3E331DE8D7}"/>
          </ac:spMkLst>
        </pc:spChg>
        <pc:spChg chg="add mod">
          <ac:chgData name="Faisal Chohan" userId="87ef0c83aea87edc" providerId="LiveId" clId="{A801A303-ABEF-4B6D-ADBB-36CF168D5121}" dt="2026-10-27T05:43:34.342" v="748" actId="1076"/>
          <ac:spMkLst>
            <pc:docMk/>
            <pc:sldMk cId="4275331258" sldId="268"/>
            <ac:spMk id="6" creationId="{1E337CF7-BCE1-5C79-02DD-C68A21DDAA85}"/>
          </ac:spMkLst>
        </pc:spChg>
        <pc:spChg chg="add mod">
          <ac:chgData name="Faisal Chohan" userId="87ef0c83aea87edc" providerId="LiveId" clId="{A801A303-ABEF-4B6D-ADBB-36CF168D5121}" dt="2026-10-27T05:44:17.549" v="758" actId="1076"/>
          <ac:spMkLst>
            <pc:docMk/>
            <pc:sldMk cId="4275331258" sldId="268"/>
            <ac:spMk id="8" creationId="{2613EDBB-92BE-4D50-230D-5010B5ED9FA8}"/>
          </ac:spMkLst>
        </pc:spChg>
        <pc:spChg chg="add mod">
          <ac:chgData name="Faisal Chohan" userId="87ef0c83aea87edc" providerId="LiveId" clId="{A801A303-ABEF-4B6D-ADBB-36CF168D5121}" dt="2026-10-27T06:07:03.407" v="968" actId="1076"/>
          <ac:spMkLst>
            <pc:docMk/>
            <pc:sldMk cId="4275331258" sldId="268"/>
            <ac:spMk id="10" creationId="{5AADE8E3-033F-F468-ADD4-30EEFA272781}"/>
          </ac:spMkLst>
        </pc:spChg>
        <pc:spChg chg="add del mod">
          <ac:chgData name="Faisal Chohan" userId="87ef0c83aea87edc" providerId="LiveId" clId="{A801A303-ABEF-4B6D-ADBB-36CF168D5121}" dt="2026-10-26T07:08:09.172" v="529" actId="478"/>
          <ac:spMkLst>
            <pc:docMk/>
            <pc:sldMk cId="4275331258" sldId="268"/>
            <ac:spMk id="12" creationId="{479B1532-A852-0F9F-6D86-5B07AD33D878}"/>
          </ac:spMkLst>
        </pc:spChg>
        <pc:spChg chg="add mod">
          <ac:chgData name="Faisal Chohan" userId="87ef0c83aea87edc" providerId="LiveId" clId="{A801A303-ABEF-4B6D-ADBB-36CF168D5121}" dt="2026-10-27T05:44:06.116" v="755" actId="1076"/>
          <ac:spMkLst>
            <pc:docMk/>
            <pc:sldMk cId="4275331258" sldId="268"/>
            <ac:spMk id="14" creationId="{77EF1875-2C1C-03D8-0FA1-E67402E9A191}"/>
          </ac:spMkLst>
        </pc:spChg>
        <pc:spChg chg="add del mod">
          <ac:chgData name="Faisal Chohan" userId="87ef0c83aea87edc" providerId="LiveId" clId="{A801A303-ABEF-4B6D-ADBB-36CF168D5121}" dt="2026-10-26T07:07:05.106" v="503" actId="478"/>
          <ac:spMkLst>
            <pc:docMk/>
            <pc:sldMk cId="4275331258" sldId="268"/>
            <ac:spMk id="16" creationId="{D8323A00-F57F-63CF-FBC3-D79833464E99}"/>
          </ac:spMkLst>
        </pc:spChg>
        <pc:spChg chg="add mod">
          <ac:chgData name="Faisal Chohan" userId="87ef0c83aea87edc" providerId="LiveId" clId="{A801A303-ABEF-4B6D-ADBB-36CF168D5121}" dt="2026-10-27T05:43:59.552" v="754" actId="207"/>
          <ac:spMkLst>
            <pc:docMk/>
            <pc:sldMk cId="4275331258" sldId="268"/>
            <ac:spMk id="20" creationId="{C79499BC-A685-8E89-1E94-913441051020}"/>
          </ac:spMkLst>
        </pc:spChg>
        <pc:spChg chg="add mod">
          <ac:chgData name="Faisal Chohan" userId="87ef0c83aea87edc" providerId="LiveId" clId="{A801A303-ABEF-4B6D-ADBB-36CF168D5121}" dt="2026-10-27T06:07:08.954" v="970" actId="14100"/>
          <ac:spMkLst>
            <pc:docMk/>
            <pc:sldMk cId="4275331258" sldId="268"/>
            <ac:spMk id="21" creationId="{6A9D2DC6-8643-4EC3-591B-3ECA940DE401}"/>
          </ac:spMkLst>
        </pc:spChg>
        <pc:picChg chg="add mod">
          <ac:chgData name="Faisal Chohan" userId="87ef0c83aea87edc" providerId="LiveId" clId="{A801A303-ABEF-4B6D-ADBB-36CF168D5121}" dt="2026-10-27T06:07:06.538" v="969" actId="1076"/>
          <ac:picMkLst>
            <pc:docMk/>
            <pc:sldMk cId="4275331258" sldId="268"/>
            <ac:picMk id="18" creationId="{4C463884-54C5-FEE2-72C7-22933BB5E7CC}"/>
          </ac:picMkLst>
        </pc:picChg>
      </pc:sldChg>
      <pc:sldChg chg="new del">
        <pc:chgData name="Faisal Chohan" userId="87ef0c83aea87edc" providerId="LiveId" clId="{A801A303-ABEF-4B6D-ADBB-36CF168D5121}" dt="2026-10-27T07:03:10.209" v="1187" actId="47"/>
        <pc:sldMkLst>
          <pc:docMk/>
          <pc:sldMk cId="1468791980" sldId="269"/>
        </pc:sldMkLst>
      </pc:sldChg>
      <pc:sldChg chg="addSp delSp modSp add mod">
        <pc:chgData name="Faisal Chohan" userId="87ef0c83aea87edc" providerId="LiveId" clId="{A801A303-ABEF-4B6D-ADBB-36CF168D5121}" dt="2026-10-27T07:09:07.117" v="1250" actId="404"/>
        <pc:sldMkLst>
          <pc:docMk/>
          <pc:sldMk cId="543476652" sldId="270"/>
        </pc:sldMkLst>
        <pc:spChg chg="mod">
          <ac:chgData name="Faisal Chohan" userId="87ef0c83aea87edc" providerId="LiveId" clId="{A801A303-ABEF-4B6D-ADBB-36CF168D5121}" dt="2026-10-27T07:09:07.117" v="1250" actId="404"/>
          <ac:spMkLst>
            <pc:docMk/>
            <pc:sldMk cId="543476652" sldId="270"/>
            <ac:spMk id="2" creationId="{4491C83B-8748-BD0A-F9F5-5A33E2AEF0E6}"/>
          </ac:spMkLst>
        </pc:spChg>
        <pc:spChg chg="mod">
          <ac:chgData name="Faisal Chohan" userId="87ef0c83aea87edc" providerId="LiveId" clId="{A801A303-ABEF-4B6D-ADBB-36CF168D5121}" dt="2026-10-27T06:33:33.779" v="1021" actId="1076"/>
          <ac:spMkLst>
            <pc:docMk/>
            <pc:sldMk cId="543476652" sldId="270"/>
            <ac:spMk id="3" creationId="{2B224784-19ED-878E-FE3E-90AD1CAB4141}"/>
          </ac:spMkLst>
        </pc:spChg>
        <pc:spChg chg="mod">
          <ac:chgData name="Faisal Chohan" userId="87ef0c83aea87edc" providerId="LiveId" clId="{A801A303-ABEF-4B6D-ADBB-36CF168D5121}" dt="2026-10-27T05:45:13.229" v="767" actId="1076"/>
          <ac:spMkLst>
            <pc:docMk/>
            <pc:sldMk cId="543476652" sldId="270"/>
            <ac:spMk id="4" creationId="{3E6E1D04-7D18-3CC8-5F88-A1EDF6BE5962}"/>
          </ac:spMkLst>
        </pc:spChg>
        <pc:spChg chg="mod">
          <ac:chgData name="Faisal Chohan" userId="87ef0c83aea87edc" providerId="LiveId" clId="{A801A303-ABEF-4B6D-ADBB-36CF168D5121}" dt="2026-10-27T06:07:22.221" v="971" actId="1076"/>
          <ac:spMkLst>
            <pc:docMk/>
            <pc:sldMk cId="543476652" sldId="270"/>
            <ac:spMk id="6" creationId="{7533DF8E-F4A2-C1B2-A4A5-A736F6480677}"/>
          </ac:spMkLst>
        </pc:spChg>
        <pc:spChg chg="mod">
          <ac:chgData name="Faisal Chohan" userId="87ef0c83aea87edc" providerId="LiveId" clId="{A801A303-ABEF-4B6D-ADBB-36CF168D5121}" dt="2026-10-27T06:07:37.514" v="973" actId="1076"/>
          <ac:spMkLst>
            <pc:docMk/>
            <pc:sldMk cId="543476652" sldId="270"/>
            <ac:spMk id="8" creationId="{725E6CE5-FB74-CB55-BF3C-32744EE5E0F0}"/>
          </ac:spMkLst>
        </pc:spChg>
        <pc:spChg chg="del mod">
          <ac:chgData name="Faisal Chohan" userId="87ef0c83aea87edc" providerId="LiveId" clId="{A801A303-ABEF-4B6D-ADBB-36CF168D5121}" dt="2026-10-27T05:32:17.331" v="665" actId="478"/>
          <ac:spMkLst>
            <pc:docMk/>
            <pc:sldMk cId="543476652" sldId="270"/>
            <ac:spMk id="10" creationId="{FD02FCFD-EE05-52D3-5E77-F6CC734D51A5}"/>
          </ac:spMkLst>
        </pc:spChg>
        <pc:spChg chg="add mod">
          <ac:chgData name="Faisal Chohan" userId="87ef0c83aea87edc" providerId="LiveId" clId="{A801A303-ABEF-4B6D-ADBB-36CF168D5121}" dt="2026-10-27T05:45:39.435" v="773" actId="1076"/>
          <ac:spMkLst>
            <pc:docMk/>
            <pc:sldMk cId="543476652" sldId="270"/>
            <ac:spMk id="11" creationId="{0FBB0ADC-C657-D9AB-17F3-C692CE473255}"/>
          </ac:spMkLst>
        </pc:spChg>
        <pc:spChg chg="mod">
          <ac:chgData name="Faisal Chohan" userId="87ef0c83aea87edc" providerId="LiveId" clId="{A801A303-ABEF-4B6D-ADBB-36CF168D5121}" dt="2026-10-27T06:07:32.001" v="972" actId="1076"/>
          <ac:spMkLst>
            <pc:docMk/>
            <pc:sldMk cId="543476652" sldId="270"/>
            <ac:spMk id="14" creationId="{122A7D4C-123F-638F-3929-DD2DE606F207}"/>
          </ac:spMkLst>
        </pc:spChg>
        <pc:spChg chg="add mod">
          <ac:chgData name="Faisal Chohan" userId="87ef0c83aea87edc" providerId="LiveId" clId="{A801A303-ABEF-4B6D-ADBB-36CF168D5121}" dt="2026-10-27T06:03:20.790" v="915" actId="14100"/>
          <ac:spMkLst>
            <pc:docMk/>
            <pc:sldMk cId="543476652" sldId="270"/>
            <ac:spMk id="15" creationId="{C035CFAA-25A7-CF80-265C-879D75908C9C}"/>
          </ac:spMkLst>
        </pc:spChg>
        <pc:picChg chg="add mod">
          <ac:chgData name="Faisal Chohan" userId="87ef0c83aea87edc" providerId="LiveId" clId="{A801A303-ABEF-4B6D-ADBB-36CF168D5121}" dt="2026-10-27T06:06:21.511" v="957" actId="1076"/>
          <ac:picMkLst>
            <pc:docMk/>
            <pc:sldMk cId="543476652" sldId="270"/>
            <ac:picMk id="7" creationId="{462CA415-4A66-7492-9CAE-510730D8392F}"/>
          </ac:picMkLst>
        </pc:picChg>
        <pc:picChg chg="add del mod">
          <ac:chgData name="Faisal Chohan" userId="87ef0c83aea87edc" providerId="LiveId" clId="{A801A303-ABEF-4B6D-ADBB-36CF168D5121}" dt="2026-10-27T06:02:29.216" v="904" actId="478"/>
          <ac:picMkLst>
            <pc:docMk/>
            <pc:sldMk cId="543476652" sldId="270"/>
            <ac:picMk id="13" creationId="{9A63B470-0447-03B5-5ADC-EDA714160B3A}"/>
          </ac:picMkLst>
        </pc:picChg>
        <pc:picChg chg="del">
          <ac:chgData name="Faisal Chohan" userId="87ef0c83aea87edc" providerId="LiveId" clId="{A801A303-ABEF-4B6D-ADBB-36CF168D5121}" dt="2026-10-27T05:25:35.610" v="607" actId="478"/>
          <ac:picMkLst>
            <pc:docMk/>
            <pc:sldMk cId="543476652" sldId="270"/>
            <ac:picMk id="18" creationId="{69F28D46-6CE1-D29B-404E-7BC7C4F55E93}"/>
          </ac:picMkLst>
        </pc:picChg>
      </pc:sldChg>
      <pc:sldChg chg="addSp delSp modSp add mod">
        <pc:chgData name="Faisal Chohan" userId="87ef0c83aea87edc" providerId="LiveId" clId="{A801A303-ABEF-4B6D-ADBB-36CF168D5121}" dt="2026-10-27T07:09:22.709" v="1256" actId="404"/>
        <pc:sldMkLst>
          <pc:docMk/>
          <pc:sldMk cId="1812795356" sldId="271"/>
        </pc:sldMkLst>
        <pc:spChg chg="mod">
          <ac:chgData name="Faisal Chohan" userId="87ef0c83aea87edc" providerId="LiveId" clId="{A801A303-ABEF-4B6D-ADBB-36CF168D5121}" dt="2026-10-27T07:09:22.709" v="1256" actId="404"/>
          <ac:spMkLst>
            <pc:docMk/>
            <pc:sldMk cId="1812795356" sldId="271"/>
            <ac:spMk id="2" creationId="{CA5BC7AF-6EC7-F178-DD37-14CBD80D3138}"/>
          </ac:spMkLst>
        </pc:spChg>
        <pc:spChg chg="mod">
          <ac:chgData name="Faisal Chohan" userId="87ef0c83aea87edc" providerId="LiveId" clId="{A801A303-ABEF-4B6D-ADBB-36CF168D5121}" dt="2026-10-27T06:08:06.167" v="977" actId="14100"/>
          <ac:spMkLst>
            <pc:docMk/>
            <pc:sldMk cId="1812795356" sldId="271"/>
            <ac:spMk id="3" creationId="{85973A2C-84A3-B046-C8C4-6C4D041554CB}"/>
          </ac:spMkLst>
        </pc:spChg>
        <pc:spChg chg="mod">
          <ac:chgData name="Faisal Chohan" userId="87ef0c83aea87edc" providerId="LiveId" clId="{A801A303-ABEF-4B6D-ADBB-36CF168D5121}" dt="2026-10-27T05:56:15.901" v="879" actId="1076"/>
          <ac:spMkLst>
            <pc:docMk/>
            <pc:sldMk cId="1812795356" sldId="271"/>
            <ac:spMk id="4" creationId="{222F0896-6A89-9EFC-8811-6C64CBEC470E}"/>
          </ac:spMkLst>
        </pc:spChg>
        <pc:spChg chg="mod">
          <ac:chgData name="Faisal Chohan" userId="87ef0c83aea87edc" providerId="LiveId" clId="{A801A303-ABEF-4B6D-ADBB-36CF168D5121}" dt="2026-10-27T05:56:15.901" v="879" actId="1076"/>
          <ac:spMkLst>
            <pc:docMk/>
            <pc:sldMk cId="1812795356" sldId="271"/>
            <ac:spMk id="6" creationId="{FC9DC839-FB49-9F98-FBB5-4F650D73C1D3}"/>
          </ac:spMkLst>
        </pc:spChg>
        <pc:spChg chg="mod">
          <ac:chgData name="Faisal Chohan" userId="87ef0c83aea87edc" providerId="LiveId" clId="{A801A303-ABEF-4B6D-ADBB-36CF168D5121}" dt="2026-10-27T05:56:15.901" v="879" actId="1076"/>
          <ac:spMkLst>
            <pc:docMk/>
            <pc:sldMk cId="1812795356" sldId="271"/>
            <ac:spMk id="8" creationId="{670DC6E6-7E97-B236-F587-F523C7622093}"/>
          </ac:spMkLst>
        </pc:spChg>
        <pc:spChg chg="add mod">
          <ac:chgData name="Faisal Chohan" userId="87ef0c83aea87edc" providerId="LiveId" clId="{A801A303-ABEF-4B6D-ADBB-36CF168D5121}" dt="2026-10-27T05:58:15.941" v="884" actId="1076"/>
          <ac:spMkLst>
            <pc:docMk/>
            <pc:sldMk cId="1812795356" sldId="271"/>
            <ac:spMk id="9" creationId="{690FA5AD-6612-D5DA-907D-D68D600CDC9F}"/>
          </ac:spMkLst>
        </pc:spChg>
        <pc:spChg chg="add mod">
          <ac:chgData name="Faisal Chohan" userId="87ef0c83aea87edc" providerId="LiveId" clId="{A801A303-ABEF-4B6D-ADBB-36CF168D5121}" dt="2026-10-27T06:08:09.811" v="978" actId="14100"/>
          <ac:spMkLst>
            <pc:docMk/>
            <pc:sldMk cId="1812795356" sldId="271"/>
            <ac:spMk id="10" creationId="{F6C1DC58-AF55-260B-4A51-BE14CD835ADB}"/>
          </ac:spMkLst>
        </pc:spChg>
        <pc:spChg chg="mod">
          <ac:chgData name="Faisal Chohan" userId="87ef0c83aea87edc" providerId="LiveId" clId="{A801A303-ABEF-4B6D-ADBB-36CF168D5121}" dt="2026-10-27T05:56:15.901" v="879" actId="1076"/>
          <ac:spMkLst>
            <pc:docMk/>
            <pc:sldMk cId="1812795356" sldId="271"/>
            <ac:spMk id="14" creationId="{C3A6322E-831D-7A60-9DCF-5F61A7D2A371}"/>
          </ac:spMkLst>
        </pc:spChg>
        <pc:picChg chg="del mod">
          <ac:chgData name="Faisal Chohan" userId="87ef0c83aea87edc" providerId="LiveId" clId="{A801A303-ABEF-4B6D-ADBB-36CF168D5121}" dt="2026-10-27T05:53:55.583" v="847" actId="478"/>
          <ac:picMkLst>
            <pc:docMk/>
            <pc:sldMk cId="1812795356" sldId="271"/>
            <ac:picMk id="7" creationId="{F518773E-CE42-B350-830A-20618D7D3133}"/>
          </ac:picMkLst>
        </pc:picChg>
        <pc:picChg chg="add mod">
          <ac:chgData name="Faisal Chohan" userId="87ef0c83aea87edc" providerId="LiveId" clId="{A801A303-ABEF-4B6D-ADBB-36CF168D5121}" dt="2026-10-27T06:00:18.425" v="890" actId="1076"/>
          <ac:picMkLst>
            <pc:docMk/>
            <pc:sldMk cId="1812795356" sldId="271"/>
            <ac:picMk id="12" creationId="{AAE41051-0BA0-401C-3CF5-623A7F084F04}"/>
          </ac:picMkLst>
        </pc:picChg>
      </pc:sldChg>
      <pc:sldChg chg="addSp delSp modSp new mod">
        <pc:chgData name="Faisal Chohan" userId="87ef0c83aea87edc" providerId="LiveId" clId="{A801A303-ABEF-4B6D-ADBB-36CF168D5121}" dt="2026-10-27T07:09:58.062" v="1263" actId="113"/>
        <pc:sldMkLst>
          <pc:docMk/>
          <pc:sldMk cId="2336931191" sldId="272"/>
        </pc:sldMkLst>
        <pc:spChg chg="mod">
          <ac:chgData name="Faisal Chohan" userId="87ef0c83aea87edc" providerId="LiveId" clId="{A801A303-ABEF-4B6D-ADBB-36CF168D5121}" dt="2026-10-27T07:09:58.062" v="1263" actId="113"/>
          <ac:spMkLst>
            <pc:docMk/>
            <pc:sldMk cId="2336931191" sldId="272"/>
            <ac:spMk id="2" creationId="{6C4B6B47-40A8-099D-8DBB-BB2BAC213211}"/>
          </ac:spMkLst>
        </pc:spChg>
        <pc:spChg chg="del mod">
          <ac:chgData name="Faisal Chohan" userId="87ef0c83aea87edc" providerId="LiveId" clId="{A801A303-ABEF-4B6D-ADBB-36CF168D5121}" dt="2026-10-27T06:45:32.544" v="1055" actId="478"/>
          <ac:spMkLst>
            <pc:docMk/>
            <pc:sldMk cId="2336931191" sldId="272"/>
            <ac:spMk id="3" creationId="{89B43780-631F-C89E-1BCD-ECB34E9E0191}"/>
          </ac:spMkLst>
        </pc:spChg>
        <pc:spChg chg="add mod">
          <ac:chgData name="Faisal Chohan" userId="87ef0c83aea87edc" providerId="LiveId" clId="{A801A303-ABEF-4B6D-ADBB-36CF168D5121}" dt="2026-10-27T06:53:15.047" v="1170" actId="14100"/>
          <ac:spMkLst>
            <pc:docMk/>
            <pc:sldMk cId="2336931191" sldId="272"/>
            <ac:spMk id="4" creationId="{CAADA6ED-F4B5-110E-D041-86A1AD3EC359}"/>
          </ac:spMkLst>
        </pc:spChg>
        <pc:spChg chg="add mod">
          <ac:chgData name="Faisal Chohan" userId="87ef0c83aea87edc" providerId="LiveId" clId="{A801A303-ABEF-4B6D-ADBB-36CF168D5121}" dt="2026-10-27T06:52:04.665" v="1157" actId="403"/>
          <ac:spMkLst>
            <pc:docMk/>
            <pc:sldMk cId="2336931191" sldId="272"/>
            <ac:spMk id="5" creationId="{04FBA615-5D2B-59DB-7B3E-9EA85615B183}"/>
          </ac:spMkLst>
        </pc:spChg>
        <pc:spChg chg="add mod">
          <ac:chgData name="Faisal Chohan" userId="87ef0c83aea87edc" providerId="LiveId" clId="{A801A303-ABEF-4B6D-ADBB-36CF168D5121}" dt="2026-10-27T07:00:26.148" v="1182" actId="14100"/>
          <ac:spMkLst>
            <pc:docMk/>
            <pc:sldMk cId="2336931191" sldId="272"/>
            <ac:spMk id="7" creationId="{73C46315-AFBA-6267-4746-92BE5615E9EA}"/>
          </ac:spMkLst>
        </pc:spChg>
        <pc:spChg chg="add mod">
          <ac:chgData name="Faisal Chohan" userId="87ef0c83aea87edc" providerId="LiveId" clId="{A801A303-ABEF-4B6D-ADBB-36CF168D5121}" dt="2026-10-27T06:52:42" v="1165" actId="403"/>
          <ac:spMkLst>
            <pc:docMk/>
            <pc:sldMk cId="2336931191" sldId="272"/>
            <ac:spMk id="9" creationId="{CC296653-7995-DDD9-69EB-BA3EE6A1A421}"/>
          </ac:spMkLst>
        </pc:spChg>
        <pc:spChg chg="add mod">
          <ac:chgData name="Faisal Chohan" userId="87ef0c83aea87edc" providerId="LiveId" clId="{A801A303-ABEF-4B6D-ADBB-36CF168D5121}" dt="2026-10-27T06:52:34.103" v="1164" actId="14100"/>
          <ac:spMkLst>
            <pc:docMk/>
            <pc:sldMk cId="2336931191" sldId="272"/>
            <ac:spMk id="11" creationId="{F7DB9B0C-7105-2E3F-F1AA-AD32D9D6A6E8}"/>
          </ac:spMkLst>
        </pc:spChg>
      </pc:sldChg>
      <pc:sldChg chg="addSp delSp modSp add mod">
        <pc:chgData name="Faisal Chohan" userId="87ef0c83aea87edc" providerId="LiveId" clId="{A801A303-ABEF-4B6D-ADBB-36CF168D5121}" dt="2026-10-27T07:09:43.763" v="1261" actId="404"/>
        <pc:sldMkLst>
          <pc:docMk/>
          <pc:sldMk cId="2627470070" sldId="273"/>
        </pc:sldMkLst>
        <pc:spChg chg="mod">
          <ac:chgData name="Faisal Chohan" userId="87ef0c83aea87edc" providerId="LiveId" clId="{A801A303-ABEF-4B6D-ADBB-36CF168D5121}" dt="2026-10-27T07:09:43.763" v="1261" actId="404"/>
          <ac:spMkLst>
            <pc:docMk/>
            <pc:sldMk cId="2627470070" sldId="273"/>
            <ac:spMk id="2" creationId="{778851C7-B7CA-C07E-3D4D-41CD70557924}"/>
          </ac:spMkLst>
        </pc:spChg>
        <pc:spChg chg="mod">
          <ac:chgData name="Faisal Chohan" userId="87ef0c83aea87edc" providerId="LiveId" clId="{A801A303-ABEF-4B6D-ADBB-36CF168D5121}" dt="2026-10-27T06:37:22.690" v="1031" actId="207"/>
          <ac:spMkLst>
            <pc:docMk/>
            <pc:sldMk cId="2627470070" sldId="273"/>
            <ac:spMk id="3" creationId="{53D3E0F5-5725-B97D-1661-7A0EB6917FB0}"/>
          </ac:spMkLst>
        </pc:spChg>
        <pc:spChg chg="mod">
          <ac:chgData name="Faisal Chohan" userId="87ef0c83aea87edc" providerId="LiveId" clId="{A801A303-ABEF-4B6D-ADBB-36CF168D5121}" dt="2026-10-27T06:09:19.583" v="992" actId="122"/>
          <ac:spMkLst>
            <pc:docMk/>
            <pc:sldMk cId="2627470070" sldId="273"/>
            <ac:spMk id="4" creationId="{ECCCBCBE-4A5D-D48E-B57B-3F9D52E9208C}"/>
          </ac:spMkLst>
        </pc:spChg>
        <pc:spChg chg="mod">
          <ac:chgData name="Faisal Chohan" userId="87ef0c83aea87edc" providerId="LiveId" clId="{A801A303-ABEF-4B6D-ADBB-36CF168D5121}" dt="2026-10-27T06:09:56.165" v="1000" actId="20577"/>
          <ac:spMkLst>
            <pc:docMk/>
            <pc:sldMk cId="2627470070" sldId="273"/>
            <ac:spMk id="8" creationId="{36578A8E-33A2-7D11-6134-4D45D6D3555A}"/>
          </ac:spMkLst>
        </pc:spChg>
        <pc:spChg chg="mod">
          <ac:chgData name="Faisal Chohan" userId="87ef0c83aea87edc" providerId="LiveId" clId="{A801A303-ABEF-4B6D-ADBB-36CF168D5121}" dt="2026-10-27T06:34:39.380" v="1025" actId="1076"/>
          <ac:spMkLst>
            <pc:docMk/>
            <pc:sldMk cId="2627470070" sldId="273"/>
            <ac:spMk id="9" creationId="{209AFD09-6C53-2F99-8902-E2E4D8F1E644}"/>
          </ac:spMkLst>
        </pc:spChg>
        <pc:spChg chg="mod">
          <ac:chgData name="Faisal Chohan" userId="87ef0c83aea87edc" providerId="LiveId" clId="{A801A303-ABEF-4B6D-ADBB-36CF168D5121}" dt="2026-10-27T06:20:41.764" v="1020" actId="14100"/>
          <ac:spMkLst>
            <pc:docMk/>
            <pc:sldMk cId="2627470070" sldId="273"/>
            <ac:spMk id="10" creationId="{C18549F9-4CFB-0782-D00E-3671FB96B4D2}"/>
          </ac:spMkLst>
        </pc:spChg>
        <pc:spChg chg="mod">
          <ac:chgData name="Faisal Chohan" userId="87ef0c83aea87edc" providerId="LiveId" clId="{A801A303-ABEF-4B6D-ADBB-36CF168D5121}" dt="2026-10-27T06:09:31.411" v="995" actId="113"/>
          <ac:spMkLst>
            <pc:docMk/>
            <pc:sldMk cId="2627470070" sldId="273"/>
            <ac:spMk id="14" creationId="{F46A8621-377E-93F0-BEAD-0AE1E0C27EB6}"/>
          </ac:spMkLst>
        </pc:spChg>
        <pc:picChg chg="add del mod">
          <ac:chgData name="Faisal Chohan" userId="87ef0c83aea87edc" providerId="LiveId" clId="{A801A303-ABEF-4B6D-ADBB-36CF168D5121}" dt="2026-10-27T06:40:24.489" v="1032" actId="478"/>
          <ac:picMkLst>
            <pc:docMk/>
            <pc:sldMk cId="2627470070" sldId="273"/>
            <ac:picMk id="7" creationId="{67ED7461-87F4-B6E6-D739-BA1A496D1842}"/>
          </ac:picMkLst>
        </pc:picChg>
        <pc:picChg chg="del mod">
          <ac:chgData name="Faisal Chohan" userId="87ef0c83aea87edc" providerId="LiveId" clId="{A801A303-ABEF-4B6D-ADBB-36CF168D5121}" dt="2026-10-27T06:11:45.664" v="1012" actId="478"/>
          <ac:picMkLst>
            <pc:docMk/>
            <pc:sldMk cId="2627470070" sldId="273"/>
            <ac:picMk id="12" creationId="{F641F663-EB21-1239-745D-03D733F8DE10}"/>
          </ac:picMkLst>
        </pc:picChg>
        <pc:picChg chg="add del mod">
          <ac:chgData name="Faisal Chohan" userId="87ef0c83aea87edc" providerId="LiveId" clId="{A801A303-ABEF-4B6D-ADBB-36CF168D5121}" dt="2026-10-27T06:42:37.990" v="1036" actId="478"/>
          <ac:picMkLst>
            <pc:docMk/>
            <pc:sldMk cId="2627470070" sldId="273"/>
            <ac:picMk id="13" creationId="{BBDF6E7F-5BE8-C908-3E17-6B62FA633FF9}"/>
          </ac:picMkLst>
        </pc:picChg>
        <pc:picChg chg="add mod">
          <ac:chgData name="Faisal Chohan" userId="87ef0c83aea87edc" providerId="LiveId" clId="{A801A303-ABEF-4B6D-ADBB-36CF168D5121}" dt="2026-10-27T06:42:53.226" v="1041" actId="1076"/>
          <ac:picMkLst>
            <pc:docMk/>
            <pc:sldMk cId="2627470070" sldId="273"/>
            <ac:picMk id="16" creationId="{CF11F18D-6657-DFF3-C00E-7F0F602A9275}"/>
          </ac:picMkLst>
        </pc:picChg>
      </pc:sldChg>
      <pc:sldMasterChg chg="setBg">
        <pc:chgData name="Faisal Chohan" userId="87ef0c83aea87edc" providerId="LiveId" clId="{A801A303-ABEF-4B6D-ADBB-36CF168D5121}" dt="2026-10-26T06:35:16.887" v="139"/>
        <pc:sldMasterMkLst>
          <pc:docMk/>
          <pc:sldMasterMk cId="0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E1C4ED-A254-F144-ACCC-CC23046A0C56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4C389-836F-734D-A14F-26936F660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844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14C389-836F-734D-A14F-26936F66007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59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164FF-48DD-CE3D-91A0-E25466A61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1E07C-ED41-ACB3-33B5-E927BDD81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560AB8-0BB3-5BB1-DDD2-D5F2CB2B84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88FE1-2B6F-7353-247E-6EF423CF0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14C389-836F-734D-A14F-26936F66007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893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FB55B0-A6D7-4C4C-9373-7D9E02DC604C}" type="datetime1">
              <a:rPr lang="en-AU" smtClean="0"/>
              <a:t>26/10/2026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BB11F-71E3-DF4B-B5CF-34C76E9F2C9D}" type="datetime1">
              <a:rPr lang="en-AU" smtClean="0"/>
              <a:t>26/10/2026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C72CE53-A640-F64D-950A-00EF97F56D1E}" type="datetime1">
              <a:rPr lang="en-AU" smtClean="0"/>
              <a:t>26/10/2026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886CC-F371-9F41-A5FC-F9C3A5116328}" type="datetime1">
              <a:rPr lang="en-AU" smtClean="0"/>
              <a:t>26/10/2026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63327-6C7E-C748-A754-849CB88ED67C}" type="datetime1">
              <a:rPr lang="en-AU" smtClean="0"/>
              <a:t>26/10/2026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E87E9-3B0B-B64D-9307-58E880F5CF2E}" type="datetime1">
              <a:rPr lang="en-AU" smtClean="0"/>
              <a:t>26/10/2026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7CEA2-E310-0A45-8B22-15FDF80E7CD4}" type="datetime1">
              <a:rPr lang="en-AU" smtClean="0"/>
              <a:t>26/10/2026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C6E6196-99D7-3C41-B4AF-2DD8C72FB758}" type="datetime1">
              <a:rPr lang="en-AU" smtClean="0"/>
              <a:t>26/10/2026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492A9-7135-EC46-8299-5224E81BA1DF}" type="datetime1">
              <a:rPr lang="en-AU" smtClean="0"/>
              <a:t>26/10/2026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E576-BED8-1248-AAEB-A886BBB6D653}" type="datetime1">
              <a:rPr lang="en-AU" smtClean="0"/>
              <a:t>26/10/2026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A0459E-A327-8A48-BED2-388599B81BE6}" type="datetime1">
              <a:rPr lang="en-AU" smtClean="0"/>
              <a:t>26/10/2026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A29770F-F974-8345-B9B4-E2CF77645D0E}" type="datetime1">
              <a:rPr lang="en-AU" smtClean="0"/>
              <a:t>26/10/2026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1530A6-B40D-B8A1-8F41-097F0BB6B457}"/>
              </a:ext>
            </a:extLst>
          </p:cNvPr>
          <p:cNvSpPr txBox="1"/>
          <p:nvPr/>
        </p:nvSpPr>
        <p:spPr>
          <a:xfrm>
            <a:off x="1783535" y="1380324"/>
            <a:ext cx="934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4000" b="1" dirty="0">
                <a:solidFill>
                  <a:srgbClr val="EAEAE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Airline Customer Experience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463667-D243-2012-D5F5-99E39E3BE770}"/>
              </a:ext>
            </a:extLst>
          </p:cNvPr>
          <p:cNvSpPr txBox="1"/>
          <p:nvPr/>
        </p:nvSpPr>
        <p:spPr>
          <a:xfrm>
            <a:off x="1161862" y="2220436"/>
            <a:ext cx="1006443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2800" b="1" dirty="0">
                <a:solidFill>
                  <a:srgbClr val="EAEAEA"/>
                </a:solidFill>
              </a:rPr>
              <a:t>An Interactive Power BI Portfolio Project</a:t>
            </a:r>
          </a:p>
          <a:p>
            <a:pPr algn="ctr">
              <a:buNone/>
            </a:pPr>
            <a:r>
              <a:rPr lang="en-AU" sz="2400" dirty="0">
                <a:solidFill>
                  <a:srgbClr val="EAEAEA"/>
                </a:solidFill>
              </a:rPr>
              <a:t>Customer Satisfaction • Flight Disruptions • Complaints • Route Performance</a:t>
            </a:r>
          </a:p>
          <a:p>
            <a:pPr algn="ctr">
              <a:buNone/>
            </a:pPr>
            <a:r>
              <a:rPr lang="en-AU" sz="2400" b="1" dirty="0">
                <a:solidFill>
                  <a:srgbClr val="EAEAEA"/>
                </a:solidFill>
              </a:rPr>
              <a:t>Reporting Period</a:t>
            </a:r>
            <a:r>
              <a:rPr lang="en-AU" sz="2400" dirty="0">
                <a:solidFill>
                  <a:srgbClr val="EAEAEA"/>
                </a:solidFill>
              </a:rPr>
              <a:t>: July 2025 – June 2026</a:t>
            </a:r>
          </a:p>
          <a:p>
            <a:pPr algn="ctr">
              <a:buNone/>
            </a:pPr>
            <a:r>
              <a:rPr lang="en-AU" sz="2400" b="1" dirty="0">
                <a:solidFill>
                  <a:srgbClr val="EAEAEA"/>
                </a:solidFill>
              </a:rPr>
              <a:t>Tools</a:t>
            </a:r>
            <a:r>
              <a:rPr lang="en-AU" sz="2400" dirty="0">
                <a:solidFill>
                  <a:srgbClr val="EAEAEA"/>
                </a:solidFill>
              </a:rPr>
              <a:t>: Power BI | Python | SQL </a:t>
            </a:r>
          </a:p>
        </p:txBody>
      </p:sp>
    </p:spTree>
    <p:extLst>
      <p:ext uri="{BB962C8B-B14F-4D97-AF65-F5344CB8AC3E}">
        <p14:creationId xmlns:p14="http://schemas.microsoft.com/office/powerpoint/2010/main" val="4093439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5E61C-3C71-2820-1604-3908A5C81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217" y="870802"/>
            <a:ext cx="8886781" cy="701771"/>
          </a:xfrm>
        </p:spPr>
        <p:txBody>
          <a:bodyPr>
            <a:normAutofit fontScale="90000"/>
          </a:bodyPr>
          <a:lstStyle/>
          <a:p>
            <a:pPr algn="ctr" defTabSz="914400">
              <a:spcBef>
                <a:spcPts val="0"/>
              </a:spcBef>
              <a:defRPr/>
            </a:pPr>
            <a:br>
              <a:rPr lang="en-AU" sz="3200" dirty="0"/>
            </a:br>
            <a:r>
              <a:rPr kumimoji="0" lang="en-AU" sz="2700" b="0" i="0" u="none" strike="noStrike" kern="1200" cap="all" spc="0" normalizeH="0" baseline="0" noProof="0" dirty="0">
                <a:ln>
                  <a:noFill/>
                </a:ln>
                <a:solidFill>
                  <a:srgbClr val="F1F1F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Business Problem &amp; Project Objectives</a:t>
            </a:r>
            <a:br>
              <a:rPr kumimoji="0" lang="en-AU" sz="2700" b="0" i="0" u="none" strike="noStrike" kern="1200" cap="all" spc="0" normalizeH="0" baseline="0" noProof="0" dirty="0">
                <a:ln>
                  <a:noFill/>
                </a:ln>
                <a:solidFill>
                  <a:srgbClr val="F1F1F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</a:br>
            <a:r>
              <a:rPr lang="en-US" sz="1300" dirty="0">
                <a:solidFill>
                  <a:srgbClr val="EAEAEA"/>
                </a:solidFill>
              </a:rPr>
              <a:t>UNDERSTANDING CUSTOMER SATISFACTION, COMPLAINTS AND OPERATIONAL DISRUPTIONS</a:t>
            </a:r>
            <a:endParaRPr lang="en-AU" sz="3200" dirty="0"/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83B18AA6-5CE8-CBC2-4688-6D7B03F5AE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818117"/>
              </p:ext>
            </p:extLst>
          </p:nvPr>
        </p:nvGraphicFramePr>
        <p:xfrm>
          <a:off x="436034" y="2040510"/>
          <a:ext cx="5593574" cy="2011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3574">
                  <a:extLst>
                    <a:ext uri="{9D8B030D-6E8A-4147-A177-3AD203B41FA5}">
                      <a16:colId xmlns:a16="http://schemas.microsoft.com/office/drawing/2014/main" val="1059516473"/>
                    </a:ext>
                  </a:extLst>
                </a:gridCol>
              </a:tblGrid>
              <a:tr h="54153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1" dirty="0"/>
                        <a:t>Business Problem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97541"/>
                  </a:ext>
                </a:extLst>
              </a:tr>
              <a:tr h="146986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Customer experience can vary across journeys, particularly when flights are delayed or disrupted. Teams need clear evidence to identify where improvement may be needed.</a:t>
                      </a:r>
                      <a:endParaRPr lang="en-US" sz="1800" dirty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024091"/>
                  </a:ext>
                </a:extLst>
              </a:tr>
            </a:tbl>
          </a:graphicData>
        </a:graphic>
      </p:graphicFrame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AE98EEFF-C49A-3E41-4F1D-EA355772E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7566577"/>
              </p:ext>
            </p:extLst>
          </p:nvPr>
        </p:nvGraphicFramePr>
        <p:xfrm>
          <a:off x="6096000" y="2040510"/>
          <a:ext cx="5659966" cy="2011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9966">
                  <a:extLst>
                    <a:ext uri="{9D8B030D-6E8A-4147-A177-3AD203B41FA5}">
                      <a16:colId xmlns:a16="http://schemas.microsoft.com/office/drawing/2014/main" val="1059516473"/>
                    </a:ext>
                  </a:extLst>
                </a:gridCol>
              </a:tblGrid>
              <a:tr h="47327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1" dirty="0"/>
                        <a:t>Analytical Objectives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97541"/>
                  </a:ext>
                </a:extLst>
              </a:tr>
              <a:tr h="1538127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Measure satisfaction, complaint and disruption rates.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Assess customer outcomes across delay severity bands.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Compare route performance and passenger segments.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Examine service-case resolution and compensation.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02409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1E3D27-3A9E-9798-E241-3D3CA70EE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528608"/>
              </p:ext>
            </p:extLst>
          </p:nvPr>
        </p:nvGraphicFramePr>
        <p:xfrm>
          <a:off x="436032" y="4286010"/>
          <a:ext cx="5659966" cy="19206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9966">
                  <a:extLst>
                    <a:ext uri="{9D8B030D-6E8A-4147-A177-3AD203B41FA5}">
                      <a16:colId xmlns:a16="http://schemas.microsoft.com/office/drawing/2014/main" val="1059516473"/>
                    </a:ext>
                  </a:extLst>
                </a:gridCol>
              </a:tblGrid>
              <a:tr h="38667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1" dirty="0"/>
                        <a:t>Business Questions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97541"/>
                  </a:ext>
                </a:extLst>
              </a:tr>
              <a:tr h="1533942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How are delays and disruptions associated with customer satisfaction and complaints?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Which high-volume routes have higher complaint rates?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Where could service recovery processes be improved?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0240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894C3A-5AFF-EF3B-2A40-7653CED7C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719963"/>
              </p:ext>
            </p:extLst>
          </p:nvPr>
        </p:nvGraphicFramePr>
        <p:xfrm>
          <a:off x="6162390" y="4286010"/>
          <a:ext cx="5593575" cy="19206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3575">
                  <a:extLst>
                    <a:ext uri="{9D8B030D-6E8A-4147-A177-3AD203B41FA5}">
                      <a16:colId xmlns:a16="http://schemas.microsoft.com/office/drawing/2014/main" val="1059516473"/>
                    </a:ext>
                  </a:extLst>
                </a:gridCol>
              </a:tblGrid>
              <a:tr h="51709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1" dirty="0"/>
                        <a:t>Expected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97541"/>
                  </a:ext>
                </a:extLst>
              </a:tr>
              <a:tr h="140352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A consolidated Power BI dashboard to support performance monitoring, identify areas for investigation and prioritise evidence-based improvements.</a:t>
                      </a:r>
                      <a:endParaRPr lang="en-US" sz="1800" dirty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024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4463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279ADB-3141-B341-6C11-7F5F3024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9FDF4-582D-D766-A373-F717634F3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490" y="651369"/>
            <a:ext cx="8886781" cy="701771"/>
          </a:xfrm>
        </p:spPr>
        <p:txBody>
          <a:bodyPr>
            <a:normAutofit fontScale="90000"/>
          </a:bodyPr>
          <a:lstStyle/>
          <a:p>
            <a:pPr lvl="0" algn="ctr" defTabSz="914400">
              <a:spcBef>
                <a:spcPts val="0"/>
              </a:spcBef>
              <a:defRPr/>
            </a:pPr>
            <a:br>
              <a:rPr lang="en-AU" sz="3200" dirty="0"/>
            </a:br>
            <a:r>
              <a:rPr lang="en-AU" sz="2700" b="1" dirty="0"/>
              <a:t>Data Architecture &amp; Analytical Approach</a:t>
            </a:r>
            <a:endParaRPr lang="en-AU" sz="2200" b="1" dirty="0"/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20F9699A-7F0D-7574-1D28-9D59B32F2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593705"/>
              </p:ext>
            </p:extLst>
          </p:nvPr>
        </p:nvGraphicFramePr>
        <p:xfrm>
          <a:off x="436034" y="2040510"/>
          <a:ext cx="5593574" cy="2011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3574">
                  <a:extLst>
                    <a:ext uri="{9D8B030D-6E8A-4147-A177-3AD203B41FA5}">
                      <a16:colId xmlns:a16="http://schemas.microsoft.com/office/drawing/2014/main" val="1059516473"/>
                    </a:ext>
                  </a:extLst>
                </a:gridCol>
              </a:tblGrid>
              <a:tr h="541537">
                <a:tc>
                  <a:txBody>
                    <a:bodyPr/>
                    <a:lstStyle/>
                    <a:p>
                      <a:pPr algn="l"/>
                      <a:r>
                        <a:rPr lang="en-AU" b="1" dirty="0"/>
                        <a:t>01 | DATA SOURCES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97541"/>
                  </a:ext>
                </a:extLst>
              </a:tr>
              <a:tr h="1469860"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Customer Journey - 50,000 records</a:t>
                      </a:r>
                    </a:p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Airport Reference - 27 records</a:t>
                      </a:r>
                    </a:p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Flight Schedule - 29,200 records</a:t>
                      </a:r>
                    </a:p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Service Cases - 878 records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024091"/>
                  </a:ext>
                </a:extLst>
              </a:tr>
            </a:tbl>
          </a:graphicData>
        </a:graphic>
      </p:graphicFrame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9EF9F189-CF74-99CC-AC63-E1D794F5D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680192"/>
              </p:ext>
            </p:extLst>
          </p:nvPr>
        </p:nvGraphicFramePr>
        <p:xfrm>
          <a:off x="6096000" y="2040510"/>
          <a:ext cx="5726356" cy="2011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26356">
                  <a:extLst>
                    <a:ext uri="{9D8B030D-6E8A-4147-A177-3AD203B41FA5}">
                      <a16:colId xmlns:a16="http://schemas.microsoft.com/office/drawing/2014/main" val="1059516473"/>
                    </a:ext>
                  </a:extLst>
                </a:gridCol>
              </a:tblGrid>
              <a:tr h="473270">
                <a:tc>
                  <a:txBody>
                    <a:bodyPr/>
                    <a:lstStyle/>
                    <a:p>
                      <a:r>
                        <a:rPr lang="en-AU" b="1" dirty="0"/>
                        <a:t>02 | DATA PREPARATION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97541"/>
                  </a:ext>
                </a:extLst>
              </a:tr>
              <a:tr h="1538127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Inspected data types, missing values and duplicates.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Prepared date fields and analytical categories.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Created delay bands and route keys.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Reviewed data consistency and relationships.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02409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027E71-E810-1876-EDFC-DCF609D32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651226"/>
              </p:ext>
            </p:extLst>
          </p:nvPr>
        </p:nvGraphicFramePr>
        <p:xfrm>
          <a:off x="436032" y="4178269"/>
          <a:ext cx="5659966" cy="2247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9966">
                  <a:extLst>
                    <a:ext uri="{9D8B030D-6E8A-4147-A177-3AD203B41FA5}">
                      <a16:colId xmlns:a16="http://schemas.microsoft.com/office/drawing/2014/main" val="1059516473"/>
                    </a:ext>
                  </a:extLst>
                </a:gridCol>
              </a:tblGrid>
              <a:tr h="452458">
                <a:tc>
                  <a:txBody>
                    <a:bodyPr/>
                    <a:lstStyle/>
                    <a:p>
                      <a:r>
                        <a:rPr lang="en-AU" b="1" dirty="0"/>
                        <a:t>03 | DATA MODELLING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97541"/>
                  </a:ext>
                </a:extLst>
              </a:tr>
              <a:tr h="1794883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Organised data into fact and dimension tables.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Created date and route dimensions.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Connected airport dimensions for origin and destination analysis.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Configured relationships to support interactive filtering.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0240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3D7D37-4648-3724-8D52-DD8371EE2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180787"/>
              </p:ext>
            </p:extLst>
          </p:nvPr>
        </p:nvGraphicFramePr>
        <p:xfrm>
          <a:off x="6162390" y="4178269"/>
          <a:ext cx="5659966" cy="2247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9966">
                  <a:extLst>
                    <a:ext uri="{9D8B030D-6E8A-4147-A177-3AD203B41FA5}">
                      <a16:colId xmlns:a16="http://schemas.microsoft.com/office/drawing/2014/main" val="1059516473"/>
                    </a:ext>
                  </a:extLst>
                </a:gridCol>
              </a:tblGrid>
              <a:tr h="509981">
                <a:tc>
                  <a:txBody>
                    <a:bodyPr/>
                    <a:lstStyle/>
                    <a:p>
                      <a:r>
                        <a:rPr lang="en-AU" b="1" dirty="0"/>
                        <a:t>04 | ANALYTICS &amp; VISUALISATION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97541"/>
                  </a:ext>
                </a:extLst>
              </a:tr>
              <a:tr h="1713451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Developed DAX measures for key performance indicators.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Analysed satisfaction, complaints, disruptions and delays.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Compared route volumes and passenger segments.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AU" dirty="0"/>
                        <a:t>Built interactive Power BI dashboards and an executive action plan.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02409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D240CAC-AF56-2050-25F2-E427F9F91934}"/>
              </a:ext>
            </a:extLst>
          </p:cNvPr>
          <p:cNvSpPr txBox="1"/>
          <p:nvPr/>
        </p:nvSpPr>
        <p:spPr>
          <a:xfrm>
            <a:off x="2258988" y="1218832"/>
            <a:ext cx="73457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EAEAEA"/>
                </a:solidFill>
                <a:latin typeface="+mn-lt"/>
              </a:rPr>
              <a:t>FROM RAW DATASETS TO ACTIONABLE CUSTOMER EXPERIENCE INSIGHTS</a:t>
            </a:r>
            <a:endParaRPr lang="en-AU" sz="1200" dirty="0">
              <a:solidFill>
                <a:srgbClr val="EAEAEA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B7FC5-A8F0-DCB6-97AD-E14A29660605}"/>
              </a:ext>
            </a:extLst>
          </p:cNvPr>
          <p:cNvSpPr txBox="1"/>
          <p:nvPr/>
        </p:nvSpPr>
        <p:spPr>
          <a:xfrm>
            <a:off x="6992997" y="6551972"/>
            <a:ext cx="3804008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050" b="1" dirty="0"/>
              <a:t>TOOLS:</a:t>
            </a:r>
            <a:r>
              <a:rPr lang="en-AU" sz="1050" dirty="0"/>
              <a:t> Power BI | DAX | Power Query | Python | SQL | AWS</a:t>
            </a:r>
          </a:p>
          <a:p>
            <a:pPr>
              <a:buNone/>
            </a:pP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075DC5-A4D0-BAF4-3694-E6FB029E7FD4}"/>
              </a:ext>
            </a:extLst>
          </p:cNvPr>
          <p:cNvSpPr txBox="1"/>
          <p:nvPr/>
        </p:nvSpPr>
        <p:spPr>
          <a:xfrm>
            <a:off x="765037" y="6533351"/>
            <a:ext cx="547133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sz="1050" b="1" dirty="0"/>
              <a:t>AWS CLOUD APPROACH: </a:t>
            </a:r>
            <a:r>
              <a:rPr lang="en-AU" sz="1050" dirty="0"/>
              <a:t>Amazon S3 | AWS Glue Data </a:t>
            </a:r>
            <a:r>
              <a:rPr lang="en-AU" sz="1050" dirty="0" err="1"/>
              <a:t>Catalog</a:t>
            </a:r>
            <a:r>
              <a:rPr lang="en-AU" sz="1050" dirty="0"/>
              <a:t> | Amazon Athena</a:t>
            </a:r>
          </a:p>
        </p:txBody>
      </p:sp>
    </p:spTree>
    <p:extLst>
      <p:ext uri="{BB962C8B-B14F-4D97-AF65-F5344CB8AC3E}">
        <p14:creationId xmlns:p14="http://schemas.microsoft.com/office/powerpoint/2010/main" val="4089037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05041-D860-3A40-DF13-D36A9C58F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56407"/>
            <a:ext cx="11029616" cy="844529"/>
          </a:xfrm>
        </p:spPr>
        <p:txBody>
          <a:bodyPr>
            <a:noAutofit/>
          </a:bodyPr>
          <a:lstStyle/>
          <a:p>
            <a:pPr algn="ctr"/>
            <a:r>
              <a:rPr lang="en-AU" sz="2400" b="1" dirty="0"/>
              <a:t>Executive Overview &amp; Key Performance Indicators</a:t>
            </a:r>
            <a:br>
              <a:rPr lang="en-AU" sz="2000" b="1" dirty="0"/>
            </a:br>
            <a:r>
              <a:rPr lang="en-AU" sz="1200" dirty="0"/>
              <a:t>Customer Experience Performance | July 2025 – June 2026</a:t>
            </a:r>
            <a:br>
              <a:rPr lang="en-AU" sz="1200" dirty="0"/>
            </a:br>
            <a:endParaRPr lang="en-AU" sz="1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43B89-379B-EAC2-59C7-F42094FA8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634" y="3349714"/>
            <a:ext cx="6424946" cy="24919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1400" b="1" dirty="0">
                <a:solidFill>
                  <a:srgbClr val="002060"/>
                </a:solidFill>
              </a:rPr>
              <a:t>KEY FINDINGS</a:t>
            </a:r>
          </a:p>
          <a:p>
            <a:r>
              <a:rPr lang="en-AU" sz="1400" b="1" dirty="0">
                <a:solidFill>
                  <a:srgbClr val="002060"/>
                </a:solidFill>
              </a:rPr>
              <a:t>01 | Disruption and Satisfaction</a:t>
            </a:r>
            <a:br>
              <a:rPr lang="en-AU" sz="1400" dirty="0">
                <a:solidFill>
                  <a:srgbClr val="002060"/>
                </a:solidFill>
              </a:rPr>
            </a:br>
            <a:r>
              <a:rPr lang="en-AU" sz="1400" dirty="0">
                <a:solidFill>
                  <a:srgbClr val="002060"/>
                </a:solidFill>
              </a:rPr>
              <a:t>Disrupted journeys recorded average satisfaction of 2.77/5, compared with 3.88/5 for journeys without disruption.</a:t>
            </a:r>
          </a:p>
          <a:p>
            <a:r>
              <a:rPr lang="en-AU" sz="1400" b="1" dirty="0">
                <a:solidFill>
                  <a:srgbClr val="002060"/>
                </a:solidFill>
              </a:rPr>
              <a:t>02 | Complaint Rate</a:t>
            </a:r>
            <a:br>
              <a:rPr lang="en-AU" sz="1400" dirty="0">
                <a:solidFill>
                  <a:srgbClr val="002060"/>
                </a:solidFill>
              </a:rPr>
            </a:br>
            <a:r>
              <a:rPr lang="en-AU" sz="1400" dirty="0">
                <a:solidFill>
                  <a:srgbClr val="002060"/>
                </a:solidFill>
              </a:rPr>
              <a:t>The complaint rate was 47.14% for disrupted journeys, compared with 7.21% for non-disrupted journeys.</a:t>
            </a:r>
          </a:p>
          <a:p>
            <a:r>
              <a:rPr lang="en-AU" sz="1400" b="1" dirty="0">
                <a:solidFill>
                  <a:srgbClr val="002060"/>
                </a:solidFill>
              </a:rPr>
              <a:t>03 | Monthly Performance</a:t>
            </a:r>
            <a:br>
              <a:rPr lang="en-AU" sz="1400" dirty="0">
                <a:solidFill>
                  <a:srgbClr val="002060"/>
                </a:solidFill>
              </a:rPr>
            </a:br>
            <a:r>
              <a:rPr lang="en-AU" sz="1400" dirty="0">
                <a:solidFill>
                  <a:srgbClr val="002060"/>
                </a:solidFill>
              </a:rPr>
              <a:t>Average monthly satisfaction remained relatively stable, ranging from approximately 3.73 to 3.76 during the reporting period.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98411B-3E83-6295-1952-AD3E331DE8D7}"/>
              </a:ext>
            </a:extLst>
          </p:cNvPr>
          <p:cNvSpPr/>
          <p:nvPr/>
        </p:nvSpPr>
        <p:spPr>
          <a:xfrm>
            <a:off x="3493438" y="2285817"/>
            <a:ext cx="2127564" cy="8940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/>
          </a:p>
          <a:p>
            <a:pPr algn="ctr"/>
            <a:r>
              <a:rPr lang="en-AU" sz="1400" dirty="0"/>
              <a:t>Average Satisfaction</a:t>
            </a:r>
          </a:p>
          <a:p>
            <a:pPr algn="ctr"/>
            <a:r>
              <a:rPr lang="en-AU" sz="1400" b="1" dirty="0"/>
              <a:t>3.74 / 5</a:t>
            </a:r>
            <a:endParaRPr lang="en-AU" sz="1400" dirty="0"/>
          </a:p>
          <a:p>
            <a:endParaRPr lang="en-AU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337CF7-BCE1-5C79-02DD-C68A21DDAA85}"/>
              </a:ext>
            </a:extLst>
          </p:cNvPr>
          <p:cNvSpPr/>
          <p:nvPr/>
        </p:nvSpPr>
        <p:spPr>
          <a:xfrm>
            <a:off x="446635" y="2288458"/>
            <a:ext cx="2127564" cy="8940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13EDBB-92BE-4D50-230D-5010B5ED9FA8}"/>
              </a:ext>
            </a:extLst>
          </p:cNvPr>
          <p:cNvSpPr/>
          <p:nvPr/>
        </p:nvSpPr>
        <p:spPr>
          <a:xfrm>
            <a:off x="6540242" y="2285817"/>
            <a:ext cx="2127564" cy="8940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/>
          </a:p>
          <a:p>
            <a:pPr algn="ctr"/>
            <a:endParaRPr lang="en-AU" sz="1400" dirty="0"/>
          </a:p>
          <a:p>
            <a:pPr algn="ctr"/>
            <a:r>
              <a:rPr lang="en-AU" sz="1400" dirty="0"/>
              <a:t>Complaint Rate</a:t>
            </a:r>
          </a:p>
          <a:p>
            <a:pPr algn="ctr"/>
            <a:r>
              <a:rPr lang="en-AU" sz="1400" b="1" dirty="0"/>
              <a:t>12.04%</a:t>
            </a:r>
            <a:endParaRPr lang="en-AU" sz="1400" dirty="0"/>
          </a:p>
          <a:p>
            <a:endParaRPr lang="en-AU" sz="1200" dirty="0"/>
          </a:p>
          <a:p>
            <a:endParaRPr lang="en-AU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ADE8E3-033F-F468-ADD4-30EEFA272781}"/>
              </a:ext>
            </a:extLst>
          </p:cNvPr>
          <p:cNvSpPr/>
          <p:nvPr/>
        </p:nvSpPr>
        <p:spPr>
          <a:xfrm>
            <a:off x="9587046" y="2285817"/>
            <a:ext cx="2127564" cy="8940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AU" sz="1400" dirty="0"/>
              <a:t>Disruption Rate</a:t>
            </a:r>
          </a:p>
          <a:p>
            <a:pPr algn="ctr"/>
            <a:r>
              <a:rPr lang="en-AU" sz="1400" b="1" dirty="0"/>
              <a:t>12.10%</a:t>
            </a:r>
            <a:endParaRPr lang="en-AU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EF1875-2C1C-03D8-0FA1-E67402E9A191}"/>
              </a:ext>
            </a:extLst>
          </p:cNvPr>
          <p:cNvSpPr txBox="1"/>
          <p:nvPr/>
        </p:nvSpPr>
        <p:spPr>
          <a:xfrm>
            <a:off x="446635" y="2285817"/>
            <a:ext cx="199300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br>
              <a:rPr lang="en-AU" sz="1400" dirty="0">
                <a:solidFill>
                  <a:srgbClr val="EAEAEA"/>
                </a:solidFill>
              </a:rPr>
            </a:br>
            <a:r>
              <a:rPr lang="en-AU" sz="1400" dirty="0">
                <a:solidFill>
                  <a:srgbClr val="EAEAEA"/>
                </a:solidFill>
              </a:rPr>
              <a:t>Total Journeys</a:t>
            </a:r>
          </a:p>
          <a:p>
            <a:pPr algn="ctr">
              <a:buNone/>
            </a:pPr>
            <a:r>
              <a:rPr lang="en-AU" sz="1400" b="1" dirty="0">
                <a:solidFill>
                  <a:srgbClr val="EAEAEA"/>
                </a:solidFill>
              </a:rPr>
              <a:t>50,000</a:t>
            </a:r>
            <a:endParaRPr lang="en-AU" sz="1400" dirty="0">
              <a:solidFill>
                <a:srgbClr val="EAEAEA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463884-54C5-FEE2-72C7-22933BB5E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234" y="3322650"/>
            <a:ext cx="4740376" cy="264548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79499BC-A685-8E89-1E94-913441051020}"/>
              </a:ext>
            </a:extLst>
          </p:cNvPr>
          <p:cNvSpPr txBox="1"/>
          <p:nvPr/>
        </p:nvSpPr>
        <p:spPr>
          <a:xfrm>
            <a:off x="368930" y="187540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b="1" dirty="0">
                <a:solidFill>
                  <a:srgbClr val="002060"/>
                </a:solidFill>
              </a:rPr>
              <a:t>KEY PERFORMANCE INDICATORS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9D2DC6-8643-4EC3-591B-3ECA940DE401}"/>
              </a:ext>
            </a:extLst>
          </p:cNvPr>
          <p:cNvSpPr/>
          <p:nvPr/>
        </p:nvSpPr>
        <p:spPr>
          <a:xfrm>
            <a:off x="446634" y="6110940"/>
            <a:ext cx="11267976" cy="62483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rgbClr val="002060"/>
                </a:solidFill>
              </a:rPr>
              <a:t>BUSINESS IMPLICATION</a:t>
            </a:r>
          </a:p>
          <a:p>
            <a:r>
              <a:rPr lang="en-US" sz="1200" dirty="0" err="1">
                <a:solidFill>
                  <a:srgbClr val="002060"/>
                </a:solidFill>
              </a:rPr>
              <a:t>Prioritise</a:t>
            </a:r>
            <a:r>
              <a:rPr lang="en-US" sz="1200" dirty="0">
                <a:solidFill>
                  <a:srgbClr val="002060"/>
                </a:solidFill>
              </a:rPr>
              <a:t> investigation of disruption-related customer outcomes and monitor satisfaction and complaint rates over time.</a:t>
            </a:r>
          </a:p>
        </p:txBody>
      </p:sp>
    </p:spTree>
    <p:extLst>
      <p:ext uri="{BB962C8B-B14F-4D97-AF65-F5344CB8AC3E}">
        <p14:creationId xmlns:p14="http://schemas.microsoft.com/office/powerpoint/2010/main" val="4275331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1751-4E0E-3029-44CF-BB0B060A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1C83B-8748-BD0A-F9F5-5A33E2AEF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913" y="841040"/>
            <a:ext cx="11029616" cy="676772"/>
          </a:xfrm>
        </p:spPr>
        <p:txBody>
          <a:bodyPr>
            <a:noAutofit/>
          </a:bodyPr>
          <a:lstStyle/>
          <a:p>
            <a:pPr algn="ctr"/>
            <a:r>
              <a:rPr lang="en-AU" sz="2400" b="1" dirty="0"/>
              <a:t>FLIGHT DISRUPTION &amp; DELAY ANALYSIS</a:t>
            </a:r>
            <a:br>
              <a:rPr lang="en-AU" sz="2000" b="1" dirty="0"/>
            </a:br>
            <a:r>
              <a:rPr lang="en-AU" sz="1200" dirty="0"/>
              <a:t>Assessing delay severity and its relationship with customer outcomes</a:t>
            </a:r>
            <a:endParaRPr lang="en-AU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24784-19ED-878E-FE3E-90AD1CAB4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933" y="3233590"/>
            <a:ext cx="6062808" cy="259434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AU" sz="5600" b="1" dirty="0">
                <a:solidFill>
                  <a:srgbClr val="002060"/>
                </a:solidFill>
              </a:rPr>
              <a:t>KEY FINDINGS</a:t>
            </a:r>
          </a:p>
          <a:p>
            <a:r>
              <a:rPr lang="en-AU" sz="5600" b="1" dirty="0">
                <a:solidFill>
                  <a:srgbClr val="002060"/>
                </a:solidFill>
              </a:rPr>
              <a:t>01 | Longer Delays, Lower Satisfaction</a:t>
            </a:r>
            <a:br>
              <a:rPr lang="en-AU" sz="5600" dirty="0">
                <a:solidFill>
                  <a:srgbClr val="002060"/>
                </a:solidFill>
              </a:rPr>
            </a:br>
            <a:r>
              <a:rPr lang="en-AU" sz="5600" dirty="0">
                <a:solidFill>
                  <a:srgbClr val="002060"/>
                </a:solidFill>
              </a:rPr>
              <a:t>Average satisfaction remained around 3.9/5 for journeys delayed by up to 15 minutes, declining to 2.7/5 for journeys delayed over 60 minutes.</a:t>
            </a:r>
          </a:p>
          <a:p>
            <a:r>
              <a:rPr lang="en-AU" sz="5600" b="1" dirty="0">
                <a:solidFill>
                  <a:srgbClr val="002060"/>
                </a:solidFill>
              </a:rPr>
              <a:t>02 | Complaint Rates Increase with Delay Severity</a:t>
            </a:r>
            <a:br>
              <a:rPr lang="en-AU" sz="5600" dirty="0">
                <a:solidFill>
                  <a:srgbClr val="002060"/>
                </a:solidFill>
              </a:rPr>
            </a:br>
            <a:r>
              <a:rPr lang="en-AU" sz="5600" dirty="0">
                <a:solidFill>
                  <a:srgbClr val="002060"/>
                </a:solidFill>
              </a:rPr>
              <a:t>The complaint rate rose from approximately 5% for on-time journeys to 51% for journeys delayed over 60 minutes.</a:t>
            </a:r>
          </a:p>
          <a:p>
            <a:r>
              <a:rPr lang="en-AU" sz="5600" b="1" dirty="0">
                <a:solidFill>
                  <a:srgbClr val="002060"/>
                </a:solidFill>
              </a:rPr>
              <a:t>03 | Disruption and Operational Impact</a:t>
            </a:r>
            <a:br>
              <a:rPr lang="en-AU" sz="5600" dirty="0">
                <a:solidFill>
                  <a:srgbClr val="002060"/>
                </a:solidFill>
              </a:rPr>
            </a:br>
            <a:r>
              <a:rPr lang="en-AU" sz="5600" dirty="0">
                <a:solidFill>
                  <a:srgbClr val="002060"/>
                </a:solidFill>
              </a:rPr>
              <a:t>Journeys classified as disrupted had an average delay of 103.46 minutes, compared with approximately 14 minutes for journeys without disruption.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6E1D04-7D18-3CC8-5F88-A1EDF6BE5962}"/>
              </a:ext>
            </a:extLst>
          </p:cNvPr>
          <p:cNvSpPr/>
          <p:nvPr/>
        </p:nvSpPr>
        <p:spPr>
          <a:xfrm>
            <a:off x="5015488" y="2245400"/>
            <a:ext cx="2236207" cy="8940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b="1" dirty="0"/>
          </a:p>
          <a:p>
            <a:pPr algn="ctr"/>
            <a:r>
              <a:rPr lang="en-AU" sz="1400" b="1" dirty="0"/>
              <a:t>68.47%</a:t>
            </a:r>
            <a:endParaRPr lang="en-AU" sz="1400" dirty="0"/>
          </a:p>
          <a:p>
            <a:pPr algn="ctr"/>
            <a:r>
              <a:rPr lang="en-AU" sz="1400" dirty="0"/>
              <a:t>Journeys delayed</a:t>
            </a:r>
          </a:p>
          <a:p>
            <a:endParaRPr lang="en-AU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33DF8E-F4A2-C1B2-A4A5-A736F6480677}"/>
              </a:ext>
            </a:extLst>
          </p:cNvPr>
          <p:cNvSpPr/>
          <p:nvPr/>
        </p:nvSpPr>
        <p:spPr>
          <a:xfrm>
            <a:off x="513913" y="2205043"/>
            <a:ext cx="2095879" cy="8940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5E6CE5-FB74-CB55-BF3C-32744EE5E0F0}"/>
              </a:ext>
            </a:extLst>
          </p:cNvPr>
          <p:cNvSpPr/>
          <p:nvPr/>
        </p:nvSpPr>
        <p:spPr>
          <a:xfrm>
            <a:off x="9550523" y="2245400"/>
            <a:ext cx="2127564" cy="8940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/>
          </a:p>
          <a:p>
            <a:pPr algn="ctr"/>
            <a:endParaRPr lang="en-AU" sz="1400" dirty="0"/>
          </a:p>
          <a:p>
            <a:pPr algn="ctr"/>
            <a:r>
              <a:rPr lang="en-AU" sz="1400" b="1" dirty="0"/>
              <a:t>103.46 min</a:t>
            </a:r>
            <a:endParaRPr lang="en-AU" sz="1400" dirty="0"/>
          </a:p>
          <a:p>
            <a:pPr algn="ctr"/>
            <a:r>
              <a:rPr lang="en-AU" sz="1400" dirty="0"/>
              <a:t>Average Delay - Disrupted Journeys</a:t>
            </a:r>
          </a:p>
          <a:p>
            <a:endParaRPr lang="en-AU" sz="1200" dirty="0"/>
          </a:p>
          <a:p>
            <a:endParaRPr lang="en-AU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2A7D4C-123F-638F-3929-DD2DE606F207}"/>
              </a:ext>
            </a:extLst>
          </p:cNvPr>
          <p:cNvSpPr txBox="1"/>
          <p:nvPr/>
        </p:nvSpPr>
        <p:spPr>
          <a:xfrm>
            <a:off x="220298" y="2375617"/>
            <a:ext cx="2543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U" sz="1400" b="1" dirty="0">
                <a:solidFill>
                  <a:srgbClr val="EAEAEA"/>
                </a:solidFill>
              </a:rPr>
              <a:t>24.93 min</a:t>
            </a:r>
          </a:p>
          <a:p>
            <a:pPr algn="ctr">
              <a:buNone/>
            </a:pPr>
            <a:r>
              <a:rPr lang="en-AU" sz="1400" dirty="0">
                <a:solidFill>
                  <a:srgbClr val="EAEAEA"/>
                </a:solidFill>
              </a:rPr>
              <a:t>Average delay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2CA415-4A66-7492-9CAE-510730D83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4" y="3354812"/>
            <a:ext cx="4751472" cy="26766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BB0ADC-C657-D9AB-17F3-C692CE473255}"/>
              </a:ext>
            </a:extLst>
          </p:cNvPr>
          <p:cNvSpPr txBox="1"/>
          <p:nvPr/>
        </p:nvSpPr>
        <p:spPr>
          <a:xfrm>
            <a:off x="446634" y="1825419"/>
            <a:ext cx="41203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U" b="1" dirty="0">
                <a:solidFill>
                  <a:srgbClr val="002060"/>
                </a:solidFill>
              </a:rPr>
              <a:t>OPERATIONAL PERFORMANCE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35CFAA-25A7-CF80-265C-879D75908C9C}"/>
              </a:ext>
            </a:extLst>
          </p:cNvPr>
          <p:cNvSpPr/>
          <p:nvPr/>
        </p:nvSpPr>
        <p:spPr>
          <a:xfrm>
            <a:off x="446634" y="6246891"/>
            <a:ext cx="11298732" cy="50561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200" b="1" dirty="0">
                <a:solidFill>
                  <a:srgbClr val="002060"/>
                </a:solidFill>
              </a:rPr>
              <a:t>BUSINESS IMPLICATION</a:t>
            </a:r>
          </a:p>
          <a:p>
            <a:pPr marL="306000" indent="-306000"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AU" sz="1200" dirty="0">
                <a:solidFill>
                  <a:srgbClr val="002060"/>
                </a:solidFill>
              </a:rPr>
              <a:t>Prioritise investigation of journeys experiencing severe delays, review disruption-response processes, and monitor satisfaction and complaint rates by delay band.</a:t>
            </a:r>
          </a:p>
        </p:txBody>
      </p:sp>
    </p:spTree>
    <p:extLst>
      <p:ext uri="{BB962C8B-B14F-4D97-AF65-F5344CB8AC3E}">
        <p14:creationId xmlns:p14="http://schemas.microsoft.com/office/powerpoint/2010/main" val="543476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FE39C-706F-9206-94A7-D7045A20F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BC7AF-6EC7-F178-DD37-14CBD80D3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948" y="820257"/>
            <a:ext cx="8557659" cy="67677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AU" sz="2400" b="1" dirty="0"/>
              <a:t>CUSTOMER COMPLAINTS &amp; SERVICE RECOVERY</a:t>
            </a:r>
            <a:br>
              <a:rPr lang="en-AU" sz="2000" b="1" dirty="0"/>
            </a:br>
            <a:r>
              <a:rPr lang="en-AU" sz="1200" dirty="0"/>
              <a:t>Understanding service-case volumes, resolution and compensation</a:t>
            </a:r>
            <a:endParaRPr lang="en-AU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73A2C-84A3-B046-C8C4-6C4D04155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2" y="2870990"/>
            <a:ext cx="5671632" cy="31091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1400" b="1" dirty="0">
                <a:solidFill>
                  <a:srgbClr val="002060"/>
                </a:solidFill>
              </a:rPr>
              <a:t>KEY FINDINGS</a:t>
            </a:r>
          </a:p>
          <a:p>
            <a:r>
              <a:rPr lang="en-AU" sz="1400" b="1" dirty="0">
                <a:solidFill>
                  <a:srgbClr val="002060"/>
                </a:solidFill>
              </a:rPr>
              <a:t>01 | Service-Case Backlog</a:t>
            </a:r>
            <a:br>
              <a:rPr lang="en-AU" sz="1400" dirty="0">
                <a:solidFill>
                  <a:srgbClr val="002060"/>
                </a:solidFill>
              </a:rPr>
            </a:br>
            <a:r>
              <a:rPr lang="en-AU" sz="1400" dirty="0">
                <a:solidFill>
                  <a:srgbClr val="002060"/>
                </a:solidFill>
              </a:rPr>
              <a:t>Of 878 service cases, 177 were open and 174 were pending customer response. This means 351 cases, or approximately 40%, were not marked as closed.</a:t>
            </a:r>
          </a:p>
          <a:p>
            <a:r>
              <a:rPr lang="en-AU" sz="1400" b="1" dirty="0">
                <a:solidFill>
                  <a:srgbClr val="002060"/>
                </a:solidFill>
              </a:rPr>
              <a:t>02 | Resolution Performance</a:t>
            </a:r>
            <a:br>
              <a:rPr lang="en-AU" sz="1400" dirty="0">
                <a:solidFill>
                  <a:srgbClr val="002060"/>
                </a:solidFill>
              </a:rPr>
            </a:br>
            <a:r>
              <a:rPr lang="en-AU" sz="1400" dirty="0">
                <a:solidFill>
                  <a:srgbClr val="002060"/>
                </a:solidFill>
              </a:rPr>
              <a:t>Average case-resolution time was 2.87 days. Review resolution times by case type to identify where further investigation may be useful.</a:t>
            </a:r>
          </a:p>
          <a:p>
            <a:r>
              <a:rPr lang="en-AU" sz="1400" b="1" dirty="0">
                <a:solidFill>
                  <a:srgbClr val="002060"/>
                </a:solidFill>
              </a:rPr>
              <a:t>03 | Compensation &amp; Recovery</a:t>
            </a:r>
            <a:br>
              <a:rPr lang="en-AU" sz="1400" dirty="0">
                <a:solidFill>
                  <a:srgbClr val="002060"/>
                </a:solidFill>
              </a:rPr>
            </a:br>
            <a:r>
              <a:rPr lang="en-AU" sz="1400" dirty="0">
                <a:solidFill>
                  <a:srgbClr val="002060"/>
                </a:solidFill>
              </a:rPr>
              <a:t>179 cases were marked as compensated, representing approximately 20.39% of all service cases. Monitor compensation alongside case type and resolution outcomes.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2F0896-6A89-9EFC-8811-6C64CBEC470E}"/>
              </a:ext>
            </a:extLst>
          </p:cNvPr>
          <p:cNvSpPr/>
          <p:nvPr/>
        </p:nvSpPr>
        <p:spPr>
          <a:xfrm>
            <a:off x="4345286" y="2145858"/>
            <a:ext cx="3501428" cy="676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b="1" dirty="0"/>
          </a:p>
          <a:p>
            <a:pPr algn="ctr">
              <a:buNone/>
            </a:pPr>
            <a:r>
              <a:rPr lang="en-AU" sz="1400" b="1" dirty="0"/>
              <a:t>20.16%</a:t>
            </a:r>
            <a:endParaRPr lang="en-AU" sz="1400" dirty="0"/>
          </a:p>
          <a:p>
            <a:pPr algn="ctr"/>
            <a:r>
              <a:rPr lang="en-AU" sz="1400" dirty="0"/>
              <a:t>Open Cases</a:t>
            </a:r>
          </a:p>
          <a:p>
            <a:endParaRPr lang="en-AU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9DC839-FB49-9F98-FBB5-4F650D73C1D3}"/>
              </a:ext>
            </a:extLst>
          </p:cNvPr>
          <p:cNvSpPr/>
          <p:nvPr/>
        </p:nvSpPr>
        <p:spPr>
          <a:xfrm>
            <a:off x="486374" y="2132014"/>
            <a:ext cx="3286281" cy="676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0DC6E6-7E97-B236-F587-F523C7622093}"/>
              </a:ext>
            </a:extLst>
          </p:cNvPr>
          <p:cNvSpPr/>
          <p:nvPr/>
        </p:nvSpPr>
        <p:spPr>
          <a:xfrm>
            <a:off x="8414065" y="2145858"/>
            <a:ext cx="3286281" cy="722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/>
          </a:p>
          <a:p>
            <a:pPr algn="ctr"/>
            <a:endParaRPr lang="en-AU" sz="1400" dirty="0"/>
          </a:p>
          <a:p>
            <a:pPr algn="ctr"/>
            <a:r>
              <a:rPr lang="en-AU" sz="1400" b="1" dirty="0"/>
              <a:t>2.87 days</a:t>
            </a:r>
            <a:endParaRPr lang="en-AU" sz="1400" dirty="0"/>
          </a:p>
          <a:p>
            <a:pPr algn="ctr"/>
            <a:r>
              <a:rPr lang="en-AU" sz="1400" dirty="0"/>
              <a:t>Average Case Resolution Time</a:t>
            </a:r>
          </a:p>
          <a:p>
            <a:endParaRPr lang="en-AU" sz="1200" dirty="0"/>
          </a:p>
          <a:p>
            <a:endParaRPr lang="en-AU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A6322E-831D-7A60-9DCF-5F61A7D2A371}"/>
              </a:ext>
            </a:extLst>
          </p:cNvPr>
          <p:cNvSpPr txBox="1"/>
          <p:nvPr/>
        </p:nvSpPr>
        <p:spPr>
          <a:xfrm>
            <a:off x="857722" y="2223431"/>
            <a:ext cx="2543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U" sz="1400" b="1" dirty="0">
                <a:solidFill>
                  <a:srgbClr val="EAEAEA"/>
                </a:solidFill>
              </a:rPr>
              <a:t>878</a:t>
            </a:r>
          </a:p>
          <a:p>
            <a:pPr algn="ctr">
              <a:buNone/>
            </a:pPr>
            <a:r>
              <a:rPr lang="en-AU" sz="1400" dirty="0">
                <a:solidFill>
                  <a:srgbClr val="EAEAEA"/>
                </a:solidFill>
              </a:rPr>
              <a:t>Total Service Cases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0FA5AD-6612-D5DA-907D-D68D600CDC9F}"/>
              </a:ext>
            </a:extLst>
          </p:cNvPr>
          <p:cNvSpPr txBox="1"/>
          <p:nvPr/>
        </p:nvSpPr>
        <p:spPr>
          <a:xfrm>
            <a:off x="349972" y="1824237"/>
            <a:ext cx="2472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dirty="0"/>
              <a:t>SERVICE PERFORMANCE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C1DC58-AF55-260B-4A51-BE14CD835ADB}"/>
              </a:ext>
            </a:extLst>
          </p:cNvPr>
          <p:cNvSpPr/>
          <p:nvPr/>
        </p:nvSpPr>
        <p:spPr>
          <a:xfrm>
            <a:off x="486374" y="6094399"/>
            <a:ext cx="11314429" cy="5646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200" b="1" dirty="0">
                <a:solidFill>
                  <a:srgbClr val="002060"/>
                </a:solidFill>
              </a:rPr>
              <a:t>BUSINESS IMPLICATION</a:t>
            </a:r>
          </a:p>
          <a:p>
            <a:pPr marL="306000" indent="-306000"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AU" sz="1200" dirty="0">
                <a:solidFill>
                  <a:srgbClr val="002060"/>
                </a:solidFill>
              </a:rPr>
              <a:t>Review outstanding cases, clarify ownership of unresolved cases, and monitor resolution time and compensation to identify opportunities to improve service recovery.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E41051-0BA0-401C-3CF5-623A7F084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397" y="2933106"/>
            <a:ext cx="5529953" cy="309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795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7A786-0BE2-12A4-0490-FA64AC1C6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851C7-B7CA-C07E-3D4D-41CD70557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2" y="896720"/>
            <a:ext cx="9191402" cy="676772"/>
          </a:xfrm>
        </p:spPr>
        <p:txBody>
          <a:bodyPr>
            <a:noAutofit/>
          </a:bodyPr>
          <a:lstStyle/>
          <a:p>
            <a:pPr algn="ctr"/>
            <a:r>
              <a:rPr lang="en-AU" sz="2400" b="1" dirty="0"/>
              <a:t>PASSENGER EXPERIENCE &amp; ROUTE PERFORMANCE</a:t>
            </a:r>
            <a:br>
              <a:rPr lang="en-AU" sz="2000" b="1" dirty="0"/>
            </a:br>
            <a:r>
              <a:rPr lang="en-AU" sz="1400" dirty="0"/>
              <a:t>Comparing passenger segments, route volumes and customer outcomes</a:t>
            </a:r>
            <a:endParaRPr lang="en-AU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3E0F5-5725-B97D-1661-7A0EB6917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972" y="2870990"/>
            <a:ext cx="5671632" cy="31091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1400" b="1" dirty="0">
                <a:solidFill>
                  <a:srgbClr val="002060"/>
                </a:solidFill>
              </a:rPr>
              <a:t>KEY FINDINGS</a:t>
            </a:r>
          </a:p>
          <a:p>
            <a:r>
              <a:rPr lang="en-AU" sz="1400" b="1" dirty="0">
                <a:solidFill>
                  <a:srgbClr val="002060"/>
                </a:solidFill>
              </a:rPr>
              <a:t>01 | Passenger Experience</a:t>
            </a:r>
            <a:br>
              <a:rPr lang="en-AU" sz="1400" dirty="0">
                <a:solidFill>
                  <a:srgbClr val="002060"/>
                </a:solidFill>
              </a:rPr>
            </a:br>
            <a:r>
              <a:rPr lang="en-AU" sz="1400" dirty="0">
                <a:solidFill>
                  <a:srgbClr val="002060"/>
                </a:solidFill>
              </a:rPr>
              <a:t>Average satisfaction was broadly similar across cabin classes, ranging from approximately 3.74 to 3.76 out of 5.</a:t>
            </a:r>
          </a:p>
          <a:p>
            <a:r>
              <a:rPr lang="en-AU" sz="1400" b="1" dirty="0">
                <a:solidFill>
                  <a:srgbClr val="002060"/>
                </a:solidFill>
              </a:rPr>
              <a:t>02 | Route-Level Complaint Rates</a:t>
            </a:r>
            <a:br>
              <a:rPr lang="en-AU" sz="1400" dirty="0">
                <a:solidFill>
                  <a:srgbClr val="002060"/>
                </a:solidFill>
              </a:rPr>
            </a:br>
            <a:r>
              <a:rPr lang="en-AU" sz="1400" dirty="0">
                <a:solidFill>
                  <a:srgbClr val="002060"/>
                </a:solidFill>
              </a:rPr>
              <a:t>Complaint rates varied across the ten highest-volume routes, ranging from approximately 10.9% to 13.8% in the full reporting period.</a:t>
            </a:r>
          </a:p>
          <a:p>
            <a:r>
              <a:rPr lang="en-AU" sz="1400" b="1" dirty="0">
                <a:solidFill>
                  <a:srgbClr val="002060"/>
                </a:solidFill>
              </a:rPr>
              <a:t>03 | Route Performance</a:t>
            </a:r>
            <a:br>
              <a:rPr lang="en-AU" sz="1400" dirty="0">
                <a:solidFill>
                  <a:srgbClr val="002060"/>
                </a:solidFill>
              </a:rPr>
            </a:br>
            <a:r>
              <a:rPr lang="en-AU" sz="1400" dirty="0">
                <a:solidFill>
                  <a:srgbClr val="002060"/>
                </a:solidFill>
              </a:rPr>
              <a:t>Compare route volumes, complaint rates and average satisfaction to identify routes that may warrant further investigation. Validate sample sizes before prioritising operational action.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CCBCBE-4A5D-D48E-B57B-3F9D52E9208C}"/>
              </a:ext>
            </a:extLst>
          </p:cNvPr>
          <p:cNvSpPr/>
          <p:nvPr/>
        </p:nvSpPr>
        <p:spPr>
          <a:xfrm>
            <a:off x="4345286" y="2145858"/>
            <a:ext cx="3501428" cy="676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b="1" dirty="0"/>
          </a:p>
          <a:p>
            <a:pPr algn="ctr"/>
            <a:r>
              <a:rPr lang="en-AU" sz="1400" b="1" dirty="0"/>
              <a:t>52</a:t>
            </a:r>
            <a:br>
              <a:rPr lang="en-AU" sz="1400" dirty="0"/>
            </a:br>
            <a:r>
              <a:rPr lang="en-AU" sz="1400" dirty="0"/>
              <a:t>Routes Analysed</a:t>
            </a:r>
          </a:p>
          <a:p>
            <a:endParaRPr lang="en-AU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FBED08-9603-1C41-C8F4-B22A687BAD12}"/>
              </a:ext>
            </a:extLst>
          </p:cNvPr>
          <p:cNvSpPr/>
          <p:nvPr/>
        </p:nvSpPr>
        <p:spPr>
          <a:xfrm>
            <a:off x="486374" y="2132014"/>
            <a:ext cx="3286281" cy="676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578A8E-33A2-7D11-6134-4D45D6D3555A}"/>
              </a:ext>
            </a:extLst>
          </p:cNvPr>
          <p:cNvSpPr/>
          <p:nvPr/>
        </p:nvSpPr>
        <p:spPr>
          <a:xfrm>
            <a:off x="8414069" y="2121932"/>
            <a:ext cx="3286281" cy="722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/>
          </a:p>
          <a:p>
            <a:pPr algn="ctr"/>
            <a:endParaRPr lang="en-AU" sz="1400" b="1" dirty="0"/>
          </a:p>
          <a:p>
            <a:pPr algn="ctr"/>
            <a:r>
              <a:rPr lang="en-AU" sz="1400" b="1" dirty="0"/>
              <a:t>7.25 / 10</a:t>
            </a:r>
            <a:br>
              <a:rPr lang="en-AU" sz="1400" dirty="0"/>
            </a:br>
            <a:r>
              <a:rPr lang="en-AU" sz="1400" dirty="0"/>
              <a:t>Average Recommendation Score</a:t>
            </a:r>
          </a:p>
          <a:p>
            <a:pPr algn="ctr"/>
            <a:endParaRPr lang="en-AU" sz="1400" dirty="0"/>
          </a:p>
          <a:p>
            <a:endParaRPr lang="en-AU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6A8621-377E-93F0-BEAD-0AE1E0C27EB6}"/>
              </a:ext>
            </a:extLst>
          </p:cNvPr>
          <p:cNvSpPr txBox="1"/>
          <p:nvPr/>
        </p:nvSpPr>
        <p:spPr>
          <a:xfrm>
            <a:off x="857722" y="2223431"/>
            <a:ext cx="2543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U" sz="1400" b="1" dirty="0">
                <a:solidFill>
                  <a:srgbClr val="EAEAEA"/>
                </a:solidFill>
              </a:rPr>
              <a:t>50,000</a:t>
            </a:r>
          </a:p>
          <a:p>
            <a:pPr algn="ctr">
              <a:buNone/>
            </a:pPr>
            <a:r>
              <a:rPr lang="en-AU" sz="1400" dirty="0">
                <a:solidFill>
                  <a:srgbClr val="EAEAEA"/>
                </a:solidFill>
              </a:rPr>
              <a:t>Passenger Journeys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9AFD09-6C53-2F99-8902-E2E4D8F1E644}"/>
              </a:ext>
            </a:extLst>
          </p:cNvPr>
          <p:cNvSpPr txBox="1"/>
          <p:nvPr/>
        </p:nvSpPr>
        <p:spPr>
          <a:xfrm>
            <a:off x="427369" y="1814155"/>
            <a:ext cx="24726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dirty="0"/>
              <a:t>PROJECT SNAPSHOT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8549F9-4CFB-0782-D00E-3671FB96B4D2}"/>
              </a:ext>
            </a:extLst>
          </p:cNvPr>
          <p:cNvSpPr/>
          <p:nvPr/>
        </p:nvSpPr>
        <p:spPr>
          <a:xfrm>
            <a:off x="349972" y="6094399"/>
            <a:ext cx="11450831" cy="56468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200" b="1" dirty="0">
                <a:solidFill>
                  <a:srgbClr val="002060"/>
                </a:solidFill>
              </a:rPr>
              <a:t>BUSINESS IMPLICATION</a:t>
            </a:r>
          </a:p>
          <a:p>
            <a:r>
              <a:rPr lang="en-AU" sz="1200" dirty="0">
                <a:solidFill>
                  <a:srgbClr val="002060"/>
                </a:solidFill>
              </a:rPr>
              <a:t>	Use passenger and route-level insights to target further investigation, while avoiding strong conclusions from small differences between passenger segments.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F11F18D-6657-DFF3-C00E-7F0F602A9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044" y="2933515"/>
            <a:ext cx="5260772" cy="298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470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B6B47-40A8-099D-8DBB-BB2BAC213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818131"/>
            <a:ext cx="11029616" cy="716755"/>
          </a:xfrm>
        </p:spPr>
        <p:txBody>
          <a:bodyPr>
            <a:normAutofit/>
          </a:bodyPr>
          <a:lstStyle/>
          <a:p>
            <a:pPr algn="ctr"/>
            <a:r>
              <a:rPr lang="en-AU" sz="2400" b="1" dirty="0"/>
              <a:t>EXECUTIVE RECOMMENDATIONS &amp; ACTION PLAN</a:t>
            </a:r>
            <a:br>
              <a:rPr lang="en-AU" sz="2200" dirty="0"/>
            </a:br>
            <a:r>
              <a:rPr lang="en-AU" sz="1200" dirty="0"/>
              <a:t>PRIORITY ACTIONS, SUCCESS METRICS &amp; PERFORMANCE MONITORING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ADA6ED-F4B5-110E-D041-86A1AD3EC359}"/>
              </a:ext>
            </a:extLst>
          </p:cNvPr>
          <p:cNvSpPr/>
          <p:nvPr/>
        </p:nvSpPr>
        <p:spPr>
          <a:xfrm>
            <a:off x="434566" y="5505714"/>
            <a:ext cx="11398313" cy="10683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b="1" dirty="0"/>
              <a:t>BUSINESS OUTCOME</a:t>
            </a:r>
          </a:p>
          <a:p>
            <a:r>
              <a:rPr lang="en-AU" sz="1400" dirty="0"/>
              <a:t>	Use customer and operational insights to prioritise investigations, monitor performance and support evidence-based service improvements.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FBA615-5D2B-59DB-7B3E-9EA85615B183}"/>
              </a:ext>
            </a:extLst>
          </p:cNvPr>
          <p:cNvSpPr/>
          <p:nvPr/>
        </p:nvSpPr>
        <p:spPr>
          <a:xfrm>
            <a:off x="434566" y="2025044"/>
            <a:ext cx="5151422" cy="140395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AU" sz="1400" b="1" dirty="0">
                <a:solidFill>
                  <a:schemeClr val="tx1"/>
                </a:solidFill>
              </a:rPr>
              <a:t>01 | Reduce Disruption Impact</a:t>
            </a:r>
          </a:p>
          <a:p>
            <a:pPr>
              <a:buNone/>
            </a:pPr>
            <a:r>
              <a:rPr lang="en-AU" sz="1200" b="1" dirty="0">
                <a:solidFill>
                  <a:schemeClr val="tx1"/>
                </a:solidFill>
              </a:rPr>
              <a:t>Finding</a:t>
            </a:r>
            <a:r>
              <a:rPr lang="en-AU" sz="1200" dirty="0">
                <a:solidFill>
                  <a:schemeClr val="tx1"/>
                </a:solidFill>
              </a:rPr>
              <a:t>: Disrupted journeys have lower satisfaction and higher complaint rates.</a:t>
            </a:r>
          </a:p>
          <a:p>
            <a:pPr>
              <a:buNone/>
            </a:pPr>
            <a:r>
              <a:rPr lang="en-AU" sz="1200" b="1" dirty="0">
                <a:solidFill>
                  <a:schemeClr val="tx1"/>
                </a:solidFill>
              </a:rPr>
              <a:t>Action</a:t>
            </a:r>
            <a:r>
              <a:rPr lang="en-AU" sz="1200" dirty="0">
                <a:solidFill>
                  <a:schemeClr val="tx1"/>
                </a:solidFill>
              </a:rPr>
              <a:t>: Review disruption-response procedures and improve proactive passenger communication.</a:t>
            </a:r>
          </a:p>
          <a:p>
            <a:pPr>
              <a:buNone/>
            </a:pPr>
            <a:r>
              <a:rPr lang="en-AU" sz="1200" b="1" dirty="0">
                <a:solidFill>
                  <a:schemeClr val="tx1"/>
                </a:solidFill>
              </a:rPr>
              <a:t>Measure</a:t>
            </a:r>
            <a:r>
              <a:rPr lang="en-AU" sz="1200" dirty="0">
                <a:solidFill>
                  <a:schemeClr val="tx1"/>
                </a:solidFill>
              </a:rPr>
              <a:t>: Satisfaction and complaint rate by disruption status.</a:t>
            </a:r>
          </a:p>
          <a:p>
            <a:pPr>
              <a:buNone/>
            </a:pPr>
            <a:r>
              <a:rPr lang="en-AU" sz="1200" b="1" dirty="0">
                <a:solidFill>
                  <a:schemeClr val="tx1"/>
                </a:solidFill>
              </a:rPr>
              <a:t>High priority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C46315-AFBA-6267-4746-92BE5615E9EA}"/>
              </a:ext>
            </a:extLst>
          </p:cNvPr>
          <p:cNvSpPr/>
          <p:nvPr/>
        </p:nvSpPr>
        <p:spPr>
          <a:xfrm>
            <a:off x="6083928" y="3714117"/>
            <a:ext cx="5661434" cy="16455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04 | Monitor Customer Outcomes</a:t>
            </a:r>
          </a:p>
          <a:p>
            <a:r>
              <a:rPr lang="en-AU" sz="1200" b="1" dirty="0">
                <a:solidFill>
                  <a:schemeClr val="tx1"/>
                </a:solidFill>
              </a:rPr>
              <a:t>Finding</a:t>
            </a:r>
            <a:r>
              <a:rPr lang="en-AU" sz="1200" dirty="0">
                <a:solidFill>
                  <a:schemeClr val="tx1"/>
                </a:solidFill>
              </a:rPr>
              <a:t>: Overall satisfaction is 3.74/5, with a 12.04% complaint rate.</a:t>
            </a:r>
          </a:p>
          <a:p>
            <a:r>
              <a:rPr lang="en-AU" sz="1200" b="1" dirty="0">
                <a:solidFill>
                  <a:schemeClr val="tx1"/>
                </a:solidFill>
              </a:rPr>
              <a:t>Action</a:t>
            </a:r>
            <a:r>
              <a:rPr lang="en-AU" sz="1200" dirty="0">
                <a:solidFill>
                  <a:schemeClr val="tx1"/>
                </a:solidFill>
              </a:rPr>
              <a:t>: Review performance trends and track agreed follow-up actions.</a:t>
            </a:r>
          </a:p>
          <a:p>
            <a:r>
              <a:rPr lang="en-AU" sz="1200" b="1" dirty="0">
                <a:solidFill>
                  <a:schemeClr val="tx1"/>
                </a:solidFill>
              </a:rPr>
              <a:t>Measure</a:t>
            </a:r>
            <a:r>
              <a:rPr lang="en-AU" sz="1200" dirty="0">
                <a:solidFill>
                  <a:schemeClr val="tx1"/>
                </a:solidFill>
              </a:rPr>
              <a:t>: Satisfaction, complaints, disruptions and resolution time.</a:t>
            </a:r>
          </a:p>
          <a:p>
            <a:r>
              <a:rPr lang="en-AU" sz="1200" b="1" dirty="0">
                <a:solidFill>
                  <a:schemeClr val="tx1"/>
                </a:solidFill>
              </a:rPr>
              <a:t>Priority: Ongoing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296653-7995-DDD9-69EB-BA3EE6A1A421}"/>
              </a:ext>
            </a:extLst>
          </p:cNvPr>
          <p:cNvSpPr/>
          <p:nvPr/>
        </p:nvSpPr>
        <p:spPr>
          <a:xfrm>
            <a:off x="434566" y="3714117"/>
            <a:ext cx="5192163" cy="16455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03 | Investigate Route Differences</a:t>
            </a:r>
          </a:p>
          <a:p>
            <a:r>
              <a:rPr lang="en-AU" sz="1200" b="1" dirty="0">
                <a:solidFill>
                  <a:schemeClr val="tx1"/>
                </a:solidFill>
              </a:rPr>
              <a:t>Finding</a:t>
            </a:r>
            <a:r>
              <a:rPr lang="en-AU" sz="1200" dirty="0">
                <a:solidFill>
                  <a:schemeClr val="tx1"/>
                </a:solidFill>
              </a:rPr>
              <a:t>: Complaint rates vary across the ten highest-volume routes.</a:t>
            </a:r>
          </a:p>
          <a:p>
            <a:r>
              <a:rPr lang="en-AU" sz="1200" b="1" dirty="0">
                <a:solidFill>
                  <a:schemeClr val="tx1"/>
                </a:solidFill>
              </a:rPr>
              <a:t>Action</a:t>
            </a:r>
            <a:r>
              <a:rPr lang="en-AU" sz="1200" dirty="0">
                <a:solidFill>
                  <a:schemeClr val="tx1"/>
                </a:solidFill>
              </a:rPr>
              <a:t>: Investigate routes with higher complaint rates alongside volume and delay severity.</a:t>
            </a:r>
          </a:p>
          <a:p>
            <a:r>
              <a:rPr lang="en-AU" sz="1200" b="1" dirty="0">
                <a:solidFill>
                  <a:schemeClr val="tx1"/>
                </a:solidFill>
              </a:rPr>
              <a:t>Measure</a:t>
            </a:r>
            <a:r>
              <a:rPr lang="en-AU" sz="1200" dirty="0">
                <a:solidFill>
                  <a:schemeClr val="tx1"/>
                </a:solidFill>
              </a:rPr>
              <a:t>: Complaint rate, satisfaction and journey volume by route.</a:t>
            </a:r>
          </a:p>
          <a:p>
            <a:r>
              <a:rPr lang="en-AU" sz="1200" b="1" dirty="0">
                <a:solidFill>
                  <a:schemeClr val="tx1"/>
                </a:solidFill>
              </a:rPr>
              <a:t>Medium priority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DB9B0C-7105-2E3F-F1AA-AD32D9D6A6E8}"/>
              </a:ext>
            </a:extLst>
          </p:cNvPr>
          <p:cNvSpPr/>
          <p:nvPr/>
        </p:nvSpPr>
        <p:spPr>
          <a:xfrm>
            <a:off x="6083928" y="2059790"/>
            <a:ext cx="5661434" cy="136920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02 | Improve Complaint Handling</a:t>
            </a:r>
          </a:p>
          <a:p>
            <a:r>
              <a:rPr lang="en-AU" sz="1200" b="1" dirty="0">
                <a:solidFill>
                  <a:schemeClr val="tx1"/>
                </a:solidFill>
              </a:rPr>
              <a:t>Finding</a:t>
            </a:r>
            <a:r>
              <a:rPr lang="en-AU" sz="1200" dirty="0">
                <a:solidFill>
                  <a:schemeClr val="tx1"/>
                </a:solidFill>
              </a:rPr>
              <a:t>: 351 of 878 service cases are open or pending customer response.</a:t>
            </a:r>
          </a:p>
          <a:p>
            <a:r>
              <a:rPr lang="en-AU" sz="1200" b="1" dirty="0">
                <a:solidFill>
                  <a:schemeClr val="tx1"/>
                </a:solidFill>
              </a:rPr>
              <a:t>Action</a:t>
            </a:r>
            <a:r>
              <a:rPr lang="en-AU" sz="1200" dirty="0">
                <a:solidFill>
                  <a:schemeClr val="tx1"/>
                </a:solidFill>
              </a:rPr>
              <a:t>: Review case ownership, outstanding cases and resolution delays.</a:t>
            </a:r>
          </a:p>
          <a:p>
            <a:r>
              <a:rPr lang="en-AU" sz="1200" b="1" dirty="0">
                <a:solidFill>
                  <a:schemeClr val="tx1"/>
                </a:solidFill>
              </a:rPr>
              <a:t>Measure</a:t>
            </a:r>
            <a:r>
              <a:rPr lang="en-AU" sz="1200" dirty="0">
                <a:solidFill>
                  <a:schemeClr val="tx1"/>
                </a:solidFill>
              </a:rPr>
              <a:t>: Open cases and average resolution time.</a:t>
            </a:r>
          </a:p>
          <a:p>
            <a:r>
              <a:rPr lang="en-AU" sz="1200" b="1" dirty="0">
                <a:solidFill>
                  <a:schemeClr val="tx1"/>
                </a:solidFill>
              </a:rPr>
              <a:t>High priority</a:t>
            </a:r>
          </a:p>
        </p:txBody>
      </p:sp>
    </p:spTree>
    <p:extLst>
      <p:ext uri="{BB962C8B-B14F-4D97-AF65-F5344CB8AC3E}">
        <p14:creationId xmlns:p14="http://schemas.microsoft.com/office/powerpoint/2010/main" val="233693119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Custom 2">
      <a:dk1>
        <a:srgbClr val="000F46"/>
      </a:dk1>
      <a:lt1>
        <a:srgbClr val="F1F1F1"/>
      </a:lt1>
      <a:dk2>
        <a:srgbClr val="404653"/>
      </a:dk2>
      <a:lt2>
        <a:srgbClr val="F2F3F5"/>
      </a:lt2>
      <a:accent1>
        <a:srgbClr val="000F46"/>
      </a:accent1>
      <a:accent2>
        <a:srgbClr val="B0C1A6"/>
      </a:accent2>
      <a:accent3>
        <a:srgbClr val="76264F"/>
      </a:accent3>
      <a:accent4>
        <a:srgbClr val="000F46"/>
      </a:accent4>
      <a:accent5>
        <a:srgbClr val="5B9A9A"/>
      </a:accent5>
      <a:accent6>
        <a:srgbClr val="C6A15B"/>
      </a:accent6>
      <a:hlink>
        <a:srgbClr val="5479A6"/>
      </a:hlink>
      <a:folHlink>
        <a:srgbClr val="986780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8032</TotalTime>
  <Words>1106</Words>
  <Application>Microsoft Office PowerPoint</Application>
  <PresentationFormat>Widescreen</PresentationFormat>
  <Paragraphs>136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Gill Sans MT</vt:lpstr>
      <vt:lpstr>Segoe UI</vt:lpstr>
      <vt:lpstr>Wingdings 2</vt:lpstr>
      <vt:lpstr>Dividend</vt:lpstr>
      <vt:lpstr>PowerPoint Presentation</vt:lpstr>
      <vt:lpstr> Business Problem &amp; Project Objectives UNDERSTANDING CUSTOMER SATISFACTION, COMPLAINTS AND OPERATIONAL DISRUPTIONS</vt:lpstr>
      <vt:lpstr> Data Architecture &amp; Analytical Approach</vt:lpstr>
      <vt:lpstr>Executive Overview &amp; Key Performance Indicators Customer Experience Performance | July 2025 – June 2026 </vt:lpstr>
      <vt:lpstr>FLIGHT DISRUPTION &amp; DELAY ANALYSIS Assessing delay severity and its relationship with customer outcomes</vt:lpstr>
      <vt:lpstr>CUSTOMER COMPLAINTS &amp; SERVICE RECOVERY Understanding service-case volumes, resolution and compensation</vt:lpstr>
      <vt:lpstr>PASSENGER EXPERIENCE &amp; ROUTE PERFORMANCE Comparing passenger segments, route volumes and customer outcomes</vt:lpstr>
      <vt:lpstr>EXECUTIVE RECOMMENDATIONS &amp; ACTION PLAN PRIORITY ACTIONS, SUCCESS METRICS &amp; PERFORMANCE MONITORING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Faisal Chohan</dc:creator>
  <cp:lastModifiedBy>Faisal Chohan</cp:lastModifiedBy>
  <cp:revision>35</cp:revision>
  <dcterms:created xsi:type="dcterms:W3CDTF">2026-09-22T22:38:45Z</dcterms:created>
  <dcterms:modified xsi:type="dcterms:W3CDTF">2026-10-27T07:10:58Z</dcterms:modified>
</cp:coreProperties>
</file>